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14.svg"/><Relationship Id="rId4" Type="http://schemas.openxmlformats.org/officeDocument/2006/relationships/image" Target="../media/image27.svg"/><Relationship Id="rId9" Type="http://schemas.openxmlformats.org/officeDocument/2006/relationships/image" Target="../media/image13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4" Type="http://schemas.openxmlformats.org/officeDocument/2006/relationships/image" Target="../media/image39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4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14.svg"/><Relationship Id="rId4" Type="http://schemas.openxmlformats.org/officeDocument/2006/relationships/image" Target="../media/image27.svg"/><Relationship Id="rId9" Type="http://schemas.openxmlformats.org/officeDocument/2006/relationships/image" Target="../media/image13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4" Type="http://schemas.openxmlformats.org/officeDocument/2006/relationships/image" Target="../media/image39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4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AD3FD6-1A95-4D53-A5D4-9847602C41D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19B1A6F-380D-4D48-93EF-B0756D410904}">
      <dgm:prSet/>
      <dgm:spPr/>
      <dgm:t>
        <a:bodyPr/>
        <a:lstStyle/>
        <a:p>
          <a:pPr>
            <a:defRPr b="1"/>
          </a:pPr>
          <a:r>
            <a:rPr lang="en-US"/>
            <a:t>Healthcare professionals need fast and accurate patient risk analysis </a:t>
          </a:r>
        </a:p>
      </dgm:t>
    </dgm:pt>
    <dgm:pt modelId="{1352421B-E816-485A-8559-2013BED50C00}" type="parTrans" cxnId="{0F595E2E-DA7A-496D-9A29-6BCC714B0C9D}">
      <dgm:prSet/>
      <dgm:spPr/>
      <dgm:t>
        <a:bodyPr/>
        <a:lstStyle/>
        <a:p>
          <a:endParaRPr lang="en-US"/>
        </a:p>
      </dgm:t>
    </dgm:pt>
    <dgm:pt modelId="{9DFFDEE1-4272-46D0-806B-45091DDF4049}" type="sibTrans" cxnId="{0F595E2E-DA7A-496D-9A29-6BCC714B0C9D}">
      <dgm:prSet/>
      <dgm:spPr/>
      <dgm:t>
        <a:bodyPr/>
        <a:lstStyle/>
        <a:p>
          <a:endParaRPr lang="en-US"/>
        </a:p>
      </dgm:t>
    </dgm:pt>
    <dgm:pt modelId="{EA205D2C-270D-4193-9692-1BC83E380E31}">
      <dgm:prSet/>
      <dgm:spPr/>
      <dgm:t>
        <a:bodyPr/>
        <a:lstStyle/>
        <a:p>
          <a:pPr>
            <a:defRPr b="1"/>
          </a:pPr>
          <a:r>
            <a:rPr lang="en-US"/>
            <a:t>Existing systems often: </a:t>
          </a:r>
        </a:p>
      </dgm:t>
    </dgm:pt>
    <dgm:pt modelId="{F99ED681-7A15-4D74-BE64-D8619E790D42}" type="parTrans" cxnId="{8B847B84-83C8-4734-9BE0-BBF7D59A5344}">
      <dgm:prSet/>
      <dgm:spPr/>
      <dgm:t>
        <a:bodyPr/>
        <a:lstStyle/>
        <a:p>
          <a:endParaRPr lang="en-US"/>
        </a:p>
      </dgm:t>
    </dgm:pt>
    <dgm:pt modelId="{3C78D185-FE6C-4EDE-8BAC-807D8DD97F0E}" type="sibTrans" cxnId="{8B847B84-83C8-4734-9BE0-BBF7D59A5344}">
      <dgm:prSet/>
      <dgm:spPr/>
      <dgm:t>
        <a:bodyPr/>
        <a:lstStyle/>
        <a:p>
          <a:endParaRPr lang="en-US"/>
        </a:p>
      </dgm:t>
    </dgm:pt>
    <dgm:pt modelId="{DDE14DBE-411F-4DB7-AF4D-34C4D78DEEE0}">
      <dgm:prSet/>
      <dgm:spPr/>
      <dgm:t>
        <a:bodyPr/>
        <a:lstStyle/>
        <a:p>
          <a:r>
            <a:rPr lang="en-US" dirty="0"/>
            <a:t>Use only one model </a:t>
          </a:r>
        </a:p>
      </dgm:t>
    </dgm:pt>
    <dgm:pt modelId="{E8B13B7F-3DC0-4A0E-B2F0-A83AFF65A406}" type="parTrans" cxnId="{4DB896A0-D8B7-42D4-8F91-E4C1B6176957}">
      <dgm:prSet/>
      <dgm:spPr/>
      <dgm:t>
        <a:bodyPr/>
        <a:lstStyle/>
        <a:p>
          <a:endParaRPr lang="en-US"/>
        </a:p>
      </dgm:t>
    </dgm:pt>
    <dgm:pt modelId="{590C08E4-02D1-498D-980A-4256656676C1}" type="sibTrans" cxnId="{4DB896A0-D8B7-42D4-8F91-E4C1B6176957}">
      <dgm:prSet/>
      <dgm:spPr/>
      <dgm:t>
        <a:bodyPr/>
        <a:lstStyle/>
        <a:p>
          <a:endParaRPr lang="en-US"/>
        </a:p>
      </dgm:t>
    </dgm:pt>
    <dgm:pt modelId="{FF77B908-F68A-426E-81D4-5B07ADE533B5}">
      <dgm:prSet/>
      <dgm:spPr/>
      <dgm:t>
        <a:bodyPr/>
        <a:lstStyle/>
        <a:p>
          <a:r>
            <a:rPr lang="en-US"/>
            <a:t>Lack transparency </a:t>
          </a:r>
        </a:p>
      </dgm:t>
    </dgm:pt>
    <dgm:pt modelId="{FDFE4173-3C1D-4A87-A1AB-ACE5C2075AC4}" type="parTrans" cxnId="{0E7161E7-D7D6-4570-B32D-A2DE0EF6F849}">
      <dgm:prSet/>
      <dgm:spPr/>
      <dgm:t>
        <a:bodyPr/>
        <a:lstStyle/>
        <a:p>
          <a:endParaRPr lang="en-US"/>
        </a:p>
      </dgm:t>
    </dgm:pt>
    <dgm:pt modelId="{4BF885C7-70BD-405C-AA87-75588A00236E}" type="sibTrans" cxnId="{0E7161E7-D7D6-4570-B32D-A2DE0EF6F849}">
      <dgm:prSet/>
      <dgm:spPr/>
      <dgm:t>
        <a:bodyPr/>
        <a:lstStyle/>
        <a:p>
          <a:endParaRPr lang="en-US"/>
        </a:p>
      </dgm:t>
    </dgm:pt>
    <dgm:pt modelId="{F11F1C13-ECA1-416B-B1E7-4E718926EE12}">
      <dgm:prSet/>
      <dgm:spPr/>
      <dgm:t>
        <a:bodyPr/>
        <a:lstStyle/>
        <a:p>
          <a:r>
            <a:rPr lang="en-US"/>
            <a:t>Are difficult to use </a:t>
          </a:r>
        </a:p>
      </dgm:t>
    </dgm:pt>
    <dgm:pt modelId="{7CB2C650-D960-4597-8F2C-FD21EC91EF20}" type="parTrans" cxnId="{3CA69921-BBE9-4067-84D1-603BC012B0E2}">
      <dgm:prSet/>
      <dgm:spPr/>
      <dgm:t>
        <a:bodyPr/>
        <a:lstStyle/>
        <a:p>
          <a:endParaRPr lang="en-US"/>
        </a:p>
      </dgm:t>
    </dgm:pt>
    <dgm:pt modelId="{7A9B771B-7A2D-46EC-89DC-90061A223986}" type="sibTrans" cxnId="{3CA69921-BBE9-4067-84D1-603BC012B0E2}">
      <dgm:prSet/>
      <dgm:spPr/>
      <dgm:t>
        <a:bodyPr/>
        <a:lstStyle/>
        <a:p>
          <a:endParaRPr lang="en-US"/>
        </a:p>
      </dgm:t>
    </dgm:pt>
    <dgm:pt modelId="{58597B53-7BBC-4C76-B4C3-A98EB50C6A8E}">
      <dgm:prSet/>
      <dgm:spPr/>
      <dgm:t>
        <a:bodyPr/>
        <a:lstStyle/>
        <a:p>
          <a:pPr>
            <a:defRPr b="1"/>
          </a:pPr>
          <a:r>
            <a:rPr lang="en-US"/>
            <a:t>Need for a system that: </a:t>
          </a:r>
        </a:p>
      </dgm:t>
    </dgm:pt>
    <dgm:pt modelId="{52D82B10-C867-412A-B81E-5DDBA7D508E4}" type="parTrans" cxnId="{BB594277-C85C-456F-84B6-43CE3E7D161C}">
      <dgm:prSet/>
      <dgm:spPr/>
      <dgm:t>
        <a:bodyPr/>
        <a:lstStyle/>
        <a:p>
          <a:endParaRPr lang="en-US"/>
        </a:p>
      </dgm:t>
    </dgm:pt>
    <dgm:pt modelId="{F6CF732F-74BA-47B9-95DF-445A9D6F650A}" type="sibTrans" cxnId="{BB594277-C85C-456F-84B6-43CE3E7D161C}">
      <dgm:prSet/>
      <dgm:spPr/>
      <dgm:t>
        <a:bodyPr/>
        <a:lstStyle/>
        <a:p>
          <a:endParaRPr lang="en-US"/>
        </a:p>
      </dgm:t>
    </dgm:pt>
    <dgm:pt modelId="{84E92247-26DB-4A37-BEDF-113A83ED16F3}">
      <dgm:prSet/>
      <dgm:spPr/>
      <dgm:t>
        <a:bodyPr/>
        <a:lstStyle/>
        <a:p>
          <a:r>
            <a:rPr lang="en-US"/>
            <a:t>Compares multiple models </a:t>
          </a:r>
        </a:p>
      </dgm:t>
    </dgm:pt>
    <dgm:pt modelId="{43FED53E-EA7D-442A-B60C-ECD064B827AF}" type="parTrans" cxnId="{35E8450E-9FD3-4C63-B309-0C3849E4A49B}">
      <dgm:prSet/>
      <dgm:spPr/>
      <dgm:t>
        <a:bodyPr/>
        <a:lstStyle/>
        <a:p>
          <a:endParaRPr lang="en-US"/>
        </a:p>
      </dgm:t>
    </dgm:pt>
    <dgm:pt modelId="{FF8D1D3D-7BC1-4594-BE6F-60BCA204E7AC}" type="sibTrans" cxnId="{35E8450E-9FD3-4C63-B309-0C3849E4A49B}">
      <dgm:prSet/>
      <dgm:spPr/>
      <dgm:t>
        <a:bodyPr/>
        <a:lstStyle/>
        <a:p>
          <a:endParaRPr lang="en-US"/>
        </a:p>
      </dgm:t>
    </dgm:pt>
    <dgm:pt modelId="{92844445-7D91-4323-8352-C91C5297B0CE}">
      <dgm:prSet/>
      <dgm:spPr/>
      <dgm:t>
        <a:bodyPr/>
        <a:lstStyle/>
        <a:p>
          <a:r>
            <a:rPr lang="en-US"/>
            <a:t>Explains results </a:t>
          </a:r>
        </a:p>
      </dgm:t>
    </dgm:pt>
    <dgm:pt modelId="{38B176EF-694F-4D2F-AC5A-435334AB3145}" type="parTrans" cxnId="{5D95A6AE-D98D-4160-9558-5877AE4DCFDF}">
      <dgm:prSet/>
      <dgm:spPr/>
      <dgm:t>
        <a:bodyPr/>
        <a:lstStyle/>
        <a:p>
          <a:endParaRPr lang="en-US"/>
        </a:p>
      </dgm:t>
    </dgm:pt>
    <dgm:pt modelId="{3C5F9D0A-9DE9-4A41-A9C8-DD6E76BB749E}" type="sibTrans" cxnId="{5D95A6AE-D98D-4160-9558-5877AE4DCFDF}">
      <dgm:prSet/>
      <dgm:spPr/>
      <dgm:t>
        <a:bodyPr/>
        <a:lstStyle/>
        <a:p>
          <a:endParaRPr lang="en-US"/>
        </a:p>
      </dgm:t>
    </dgm:pt>
    <dgm:pt modelId="{7EF02059-6EC1-4D2A-A317-02135D622548}">
      <dgm:prSet/>
      <dgm:spPr/>
      <dgm:t>
        <a:bodyPr/>
        <a:lstStyle/>
        <a:p>
          <a:r>
            <a:rPr lang="en-US"/>
            <a:t>Provides easy interaction</a:t>
          </a:r>
        </a:p>
      </dgm:t>
    </dgm:pt>
    <dgm:pt modelId="{9EC63E26-C349-47B3-AE84-7AF4A6C9187C}" type="parTrans" cxnId="{2E6FEEE5-057D-4C19-B8EA-9D2963ED40E1}">
      <dgm:prSet/>
      <dgm:spPr/>
      <dgm:t>
        <a:bodyPr/>
        <a:lstStyle/>
        <a:p>
          <a:endParaRPr lang="en-US"/>
        </a:p>
      </dgm:t>
    </dgm:pt>
    <dgm:pt modelId="{0A6D9808-E601-40BB-8DB6-CA0FD4F403AA}" type="sibTrans" cxnId="{2E6FEEE5-057D-4C19-B8EA-9D2963ED40E1}">
      <dgm:prSet/>
      <dgm:spPr/>
      <dgm:t>
        <a:bodyPr/>
        <a:lstStyle/>
        <a:p>
          <a:endParaRPr lang="en-US"/>
        </a:p>
      </dgm:t>
    </dgm:pt>
    <dgm:pt modelId="{EBCECB29-097A-4AB5-AC4C-DF620A6D8037}" type="pres">
      <dgm:prSet presAssocID="{93AD3FD6-1A95-4D53-A5D4-9847602C41D7}" presName="root" presStyleCnt="0">
        <dgm:presLayoutVars>
          <dgm:dir/>
          <dgm:resizeHandles val="exact"/>
        </dgm:presLayoutVars>
      </dgm:prSet>
      <dgm:spPr/>
    </dgm:pt>
    <dgm:pt modelId="{6B3DCFC4-FB4C-42F3-8E6B-6F0210F77557}" type="pres">
      <dgm:prSet presAssocID="{919B1A6F-380D-4D48-93EF-B0756D410904}" presName="compNode" presStyleCnt="0"/>
      <dgm:spPr/>
    </dgm:pt>
    <dgm:pt modelId="{CD93D706-4623-41D6-B37B-B0F601F11EC3}" type="pres">
      <dgm:prSet presAssocID="{919B1A6F-380D-4D48-93EF-B0756D41090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DD0DDF6C-B307-4082-B6EC-53DA8DA0BDBE}" type="pres">
      <dgm:prSet presAssocID="{919B1A6F-380D-4D48-93EF-B0756D410904}" presName="iconSpace" presStyleCnt="0"/>
      <dgm:spPr/>
    </dgm:pt>
    <dgm:pt modelId="{8726EBB3-E36E-43D2-9A1E-DB74E2351AD5}" type="pres">
      <dgm:prSet presAssocID="{919B1A6F-380D-4D48-93EF-B0756D410904}" presName="parTx" presStyleLbl="revTx" presStyleIdx="0" presStyleCnt="6">
        <dgm:presLayoutVars>
          <dgm:chMax val="0"/>
          <dgm:chPref val="0"/>
        </dgm:presLayoutVars>
      </dgm:prSet>
      <dgm:spPr/>
    </dgm:pt>
    <dgm:pt modelId="{A15B012B-FC24-4D48-8B62-6499F76D7163}" type="pres">
      <dgm:prSet presAssocID="{919B1A6F-380D-4D48-93EF-B0756D410904}" presName="txSpace" presStyleCnt="0"/>
      <dgm:spPr/>
    </dgm:pt>
    <dgm:pt modelId="{94272CEE-A7AF-4213-9967-E64E44368EA9}" type="pres">
      <dgm:prSet presAssocID="{919B1A6F-380D-4D48-93EF-B0756D410904}" presName="desTx" presStyleLbl="revTx" presStyleIdx="1" presStyleCnt="6">
        <dgm:presLayoutVars/>
      </dgm:prSet>
      <dgm:spPr/>
    </dgm:pt>
    <dgm:pt modelId="{4EE45317-A3D7-493F-9B27-B55F7EE9E72F}" type="pres">
      <dgm:prSet presAssocID="{9DFFDEE1-4272-46D0-806B-45091DDF4049}" presName="sibTrans" presStyleCnt="0"/>
      <dgm:spPr/>
    </dgm:pt>
    <dgm:pt modelId="{505FB9D6-1CE5-40C0-BBC7-67264BCE278A}" type="pres">
      <dgm:prSet presAssocID="{EA205D2C-270D-4193-9692-1BC83E380E31}" presName="compNode" presStyleCnt="0"/>
      <dgm:spPr/>
    </dgm:pt>
    <dgm:pt modelId="{667CE5BA-E858-479E-BEEF-D2EF953EAB4F}" type="pres">
      <dgm:prSet presAssocID="{EA205D2C-270D-4193-9692-1BC83E380E3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BF890A2B-D97C-4258-B965-71E21E02FC4D}" type="pres">
      <dgm:prSet presAssocID="{EA205D2C-270D-4193-9692-1BC83E380E31}" presName="iconSpace" presStyleCnt="0"/>
      <dgm:spPr/>
    </dgm:pt>
    <dgm:pt modelId="{F543F1B5-BFAB-4087-8CDF-A3F3D1E3DAFE}" type="pres">
      <dgm:prSet presAssocID="{EA205D2C-270D-4193-9692-1BC83E380E31}" presName="parTx" presStyleLbl="revTx" presStyleIdx="2" presStyleCnt="6">
        <dgm:presLayoutVars>
          <dgm:chMax val="0"/>
          <dgm:chPref val="0"/>
        </dgm:presLayoutVars>
      </dgm:prSet>
      <dgm:spPr/>
    </dgm:pt>
    <dgm:pt modelId="{A41F1D90-76C7-46C9-A2D1-4967624819D9}" type="pres">
      <dgm:prSet presAssocID="{EA205D2C-270D-4193-9692-1BC83E380E31}" presName="txSpace" presStyleCnt="0"/>
      <dgm:spPr/>
    </dgm:pt>
    <dgm:pt modelId="{09F30E52-D982-475A-A9B0-ADDD733B2DA2}" type="pres">
      <dgm:prSet presAssocID="{EA205D2C-270D-4193-9692-1BC83E380E31}" presName="desTx" presStyleLbl="revTx" presStyleIdx="3" presStyleCnt="6">
        <dgm:presLayoutVars/>
      </dgm:prSet>
      <dgm:spPr/>
    </dgm:pt>
    <dgm:pt modelId="{0490380D-5AF9-4C3D-937F-1D262739F619}" type="pres">
      <dgm:prSet presAssocID="{3C78D185-FE6C-4EDE-8BAC-807D8DD97F0E}" presName="sibTrans" presStyleCnt="0"/>
      <dgm:spPr/>
    </dgm:pt>
    <dgm:pt modelId="{FD5B0D66-EC93-4ABA-B1D7-62C593FA2B30}" type="pres">
      <dgm:prSet presAssocID="{58597B53-7BBC-4C76-B4C3-A98EB50C6A8E}" presName="compNode" presStyleCnt="0"/>
      <dgm:spPr/>
    </dgm:pt>
    <dgm:pt modelId="{6C282EC5-C012-4988-9614-D015949B41FC}" type="pres">
      <dgm:prSet presAssocID="{58597B53-7BBC-4C76-B4C3-A98EB50C6A8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EE5994BD-049A-4C39-8B86-D5A5DF9B4A03}" type="pres">
      <dgm:prSet presAssocID="{58597B53-7BBC-4C76-B4C3-A98EB50C6A8E}" presName="iconSpace" presStyleCnt="0"/>
      <dgm:spPr/>
    </dgm:pt>
    <dgm:pt modelId="{81B8B416-3FFD-472E-A08A-972520F71A45}" type="pres">
      <dgm:prSet presAssocID="{58597B53-7BBC-4C76-B4C3-A98EB50C6A8E}" presName="parTx" presStyleLbl="revTx" presStyleIdx="4" presStyleCnt="6">
        <dgm:presLayoutVars>
          <dgm:chMax val="0"/>
          <dgm:chPref val="0"/>
        </dgm:presLayoutVars>
      </dgm:prSet>
      <dgm:spPr/>
    </dgm:pt>
    <dgm:pt modelId="{06386DDC-8F4A-4999-868E-F61099B934E8}" type="pres">
      <dgm:prSet presAssocID="{58597B53-7BBC-4C76-B4C3-A98EB50C6A8E}" presName="txSpace" presStyleCnt="0"/>
      <dgm:spPr/>
    </dgm:pt>
    <dgm:pt modelId="{F1FE7A7B-3A2C-454D-B54E-0C6002BEC1CB}" type="pres">
      <dgm:prSet presAssocID="{58597B53-7BBC-4C76-B4C3-A98EB50C6A8E}" presName="desTx" presStyleLbl="revTx" presStyleIdx="5" presStyleCnt="6">
        <dgm:presLayoutVars/>
      </dgm:prSet>
      <dgm:spPr/>
    </dgm:pt>
  </dgm:ptLst>
  <dgm:cxnLst>
    <dgm:cxn modelId="{DD641902-1AC0-42DD-88D5-EDC1E4E73136}" type="presOf" srcId="{FF77B908-F68A-426E-81D4-5B07ADE533B5}" destId="{09F30E52-D982-475A-A9B0-ADDD733B2DA2}" srcOrd="0" destOrd="1" presId="urn:microsoft.com/office/officeart/2018/5/layout/CenteredIconLabelDescriptionList"/>
    <dgm:cxn modelId="{F4C7800A-855A-4EC6-AE57-8F5DE3CF138C}" type="presOf" srcId="{EA205D2C-270D-4193-9692-1BC83E380E31}" destId="{F543F1B5-BFAB-4087-8CDF-A3F3D1E3DAFE}" srcOrd="0" destOrd="0" presId="urn:microsoft.com/office/officeart/2018/5/layout/CenteredIconLabelDescriptionList"/>
    <dgm:cxn modelId="{35E8450E-9FD3-4C63-B309-0C3849E4A49B}" srcId="{58597B53-7BBC-4C76-B4C3-A98EB50C6A8E}" destId="{84E92247-26DB-4A37-BEDF-113A83ED16F3}" srcOrd="0" destOrd="0" parTransId="{43FED53E-EA7D-442A-B60C-ECD064B827AF}" sibTransId="{FF8D1D3D-7BC1-4594-BE6F-60BCA204E7AC}"/>
    <dgm:cxn modelId="{4E906E1B-9B3B-4DC2-B4D6-DD5479129F41}" type="presOf" srcId="{DDE14DBE-411F-4DB7-AF4D-34C4D78DEEE0}" destId="{09F30E52-D982-475A-A9B0-ADDD733B2DA2}" srcOrd="0" destOrd="0" presId="urn:microsoft.com/office/officeart/2018/5/layout/CenteredIconLabelDescriptionList"/>
    <dgm:cxn modelId="{3CA69921-BBE9-4067-84D1-603BC012B0E2}" srcId="{EA205D2C-270D-4193-9692-1BC83E380E31}" destId="{F11F1C13-ECA1-416B-B1E7-4E718926EE12}" srcOrd="2" destOrd="0" parTransId="{7CB2C650-D960-4597-8F2C-FD21EC91EF20}" sibTransId="{7A9B771B-7A2D-46EC-89DC-90061A223986}"/>
    <dgm:cxn modelId="{F6A1F524-56BD-4342-8E10-02EFD0AFA58C}" type="presOf" srcId="{84E92247-26DB-4A37-BEDF-113A83ED16F3}" destId="{F1FE7A7B-3A2C-454D-B54E-0C6002BEC1CB}" srcOrd="0" destOrd="0" presId="urn:microsoft.com/office/officeart/2018/5/layout/CenteredIconLabelDescriptionList"/>
    <dgm:cxn modelId="{0F595E2E-DA7A-496D-9A29-6BCC714B0C9D}" srcId="{93AD3FD6-1A95-4D53-A5D4-9847602C41D7}" destId="{919B1A6F-380D-4D48-93EF-B0756D410904}" srcOrd="0" destOrd="0" parTransId="{1352421B-E816-485A-8559-2013BED50C00}" sibTransId="{9DFFDEE1-4272-46D0-806B-45091DDF4049}"/>
    <dgm:cxn modelId="{F317C42E-00B7-484E-8248-41A9E8896857}" type="presOf" srcId="{F11F1C13-ECA1-416B-B1E7-4E718926EE12}" destId="{09F30E52-D982-475A-A9B0-ADDD733B2DA2}" srcOrd="0" destOrd="2" presId="urn:microsoft.com/office/officeart/2018/5/layout/CenteredIconLabelDescriptionList"/>
    <dgm:cxn modelId="{EFCBBE4F-E3F5-48BE-BB0E-729F6F9D553C}" type="presOf" srcId="{7EF02059-6EC1-4D2A-A317-02135D622548}" destId="{F1FE7A7B-3A2C-454D-B54E-0C6002BEC1CB}" srcOrd="0" destOrd="2" presId="urn:microsoft.com/office/officeart/2018/5/layout/CenteredIconLabelDescriptionList"/>
    <dgm:cxn modelId="{E4CB8F56-A945-4257-8E5E-7BCC5AF8ED2A}" type="presOf" srcId="{919B1A6F-380D-4D48-93EF-B0756D410904}" destId="{8726EBB3-E36E-43D2-9A1E-DB74E2351AD5}" srcOrd="0" destOrd="0" presId="urn:microsoft.com/office/officeart/2018/5/layout/CenteredIconLabelDescriptionList"/>
    <dgm:cxn modelId="{BB594277-C85C-456F-84B6-43CE3E7D161C}" srcId="{93AD3FD6-1A95-4D53-A5D4-9847602C41D7}" destId="{58597B53-7BBC-4C76-B4C3-A98EB50C6A8E}" srcOrd="2" destOrd="0" parTransId="{52D82B10-C867-412A-B81E-5DDBA7D508E4}" sibTransId="{F6CF732F-74BA-47B9-95DF-445A9D6F650A}"/>
    <dgm:cxn modelId="{8B847B84-83C8-4734-9BE0-BBF7D59A5344}" srcId="{93AD3FD6-1A95-4D53-A5D4-9847602C41D7}" destId="{EA205D2C-270D-4193-9692-1BC83E380E31}" srcOrd="1" destOrd="0" parTransId="{F99ED681-7A15-4D74-BE64-D8619E790D42}" sibTransId="{3C78D185-FE6C-4EDE-8BAC-807D8DD97F0E}"/>
    <dgm:cxn modelId="{21729890-2A9A-44B3-8709-D5CE89F48FE5}" type="presOf" srcId="{93AD3FD6-1A95-4D53-A5D4-9847602C41D7}" destId="{EBCECB29-097A-4AB5-AC4C-DF620A6D8037}" srcOrd="0" destOrd="0" presId="urn:microsoft.com/office/officeart/2018/5/layout/CenteredIconLabelDescriptionList"/>
    <dgm:cxn modelId="{58E2A998-2242-48D4-968B-A73CC64F8598}" type="presOf" srcId="{58597B53-7BBC-4C76-B4C3-A98EB50C6A8E}" destId="{81B8B416-3FFD-472E-A08A-972520F71A45}" srcOrd="0" destOrd="0" presId="urn:microsoft.com/office/officeart/2018/5/layout/CenteredIconLabelDescriptionList"/>
    <dgm:cxn modelId="{4DB896A0-D8B7-42D4-8F91-E4C1B6176957}" srcId="{EA205D2C-270D-4193-9692-1BC83E380E31}" destId="{DDE14DBE-411F-4DB7-AF4D-34C4D78DEEE0}" srcOrd="0" destOrd="0" parTransId="{E8B13B7F-3DC0-4A0E-B2F0-A83AFF65A406}" sibTransId="{590C08E4-02D1-498D-980A-4256656676C1}"/>
    <dgm:cxn modelId="{5D95A6AE-D98D-4160-9558-5877AE4DCFDF}" srcId="{58597B53-7BBC-4C76-B4C3-A98EB50C6A8E}" destId="{92844445-7D91-4323-8352-C91C5297B0CE}" srcOrd="1" destOrd="0" parTransId="{38B176EF-694F-4D2F-AC5A-435334AB3145}" sibTransId="{3C5F9D0A-9DE9-4A41-A9C8-DD6E76BB749E}"/>
    <dgm:cxn modelId="{159530E2-14A4-45AA-8E22-A87FC374AB93}" type="presOf" srcId="{92844445-7D91-4323-8352-C91C5297B0CE}" destId="{F1FE7A7B-3A2C-454D-B54E-0C6002BEC1CB}" srcOrd="0" destOrd="1" presId="urn:microsoft.com/office/officeart/2018/5/layout/CenteredIconLabelDescriptionList"/>
    <dgm:cxn modelId="{2E6FEEE5-057D-4C19-B8EA-9D2963ED40E1}" srcId="{58597B53-7BBC-4C76-B4C3-A98EB50C6A8E}" destId="{7EF02059-6EC1-4D2A-A317-02135D622548}" srcOrd="2" destOrd="0" parTransId="{9EC63E26-C349-47B3-AE84-7AF4A6C9187C}" sibTransId="{0A6D9808-E601-40BB-8DB6-CA0FD4F403AA}"/>
    <dgm:cxn modelId="{0E7161E7-D7D6-4570-B32D-A2DE0EF6F849}" srcId="{EA205D2C-270D-4193-9692-1BC83E380E31}" destId="{FF77B908-F68A-426E-81D4-5B07ADE533B5}" srcOrd="1" destOrd="0" parTransId="{FDFE4173-3C1D-4A87-A1AB-ACE5C2075AC4}" sibTransId="{4BF885C7-70BD-405C-AA87-75588A00236E}"/>
    <dgm:cxn modelId="{02B8CCB6-5F21-46A4-845E-0B74C0AC3DAD}" type="presParOf" srcId="{EBCECB29-097A-4AB5-AC4C-DF620A6D8037}" destId="{6B3DCFC4-FB4C-42F3-8E6B-6F0210F77557}" srcOrd="0" destOrd="0" presId="urn:microsoft.com/office/officeart/2018/5/layout/CenteredIconLabelDescriptionList"/>
    <dgm:cxn modelId="{37E89135-F8D9-4E53-AFF2-93619A5D10AC}" type="presParOf" srcId="{6B3DCFC4-FB4C-42F3-8E6B-6F0210F77557}" destId="{CD93D706-4623-41D6-B37B-B0F601F11EC3}" srcOrd="0" destOrd="0" presId="urn:microsoft.com/office/officeart/2018/5/layout/CenteredIconLabelDescriptionList"/>
    <dgm:cxn modelId="{5C7EAFD0-06CC-4E1D-857C-A8B9CDC7B457}" type="presParOf" srcId="{6B3DCFC4-FB4C-42F3-8E6B-6F0210F77557}" destId="{DD0DDF6C-B307-4082-B6EC-53DA8DA0BDBE}" srcOrd="1" destOrd="0" presId="urn:microsoft.com/office/officeart/2018/5/layout/CenteredIconLabelDescriptionList"/>
    <dgm:cxn modelId="{39D31BB8-ECCB-4F63-A2C3-7A19A7068A56}" type="presParOf" srcId="{6B3DCFC4-FB4C-42F3-8E6B-6F0210F77557}" destId="{8726EBB3-E36E-43D2-9A1E-DB74E2351AD5}" srcOrd="2" destOrd="0" presId="urn:microsoft.com/office/officeart/2018/5/layout/CenteredIconLabelDescriptionList"/>
    <dgm:cxn modelId="{79976224-8994-4C52-99BE-19E6664FFD9A}" type="presParOf" srcId="{6B3DCFC4-FB4C-42F3-8E6B-6F0210F77557}" destId="{A15B012B-FC24-4D48-8B62-6499F76D7163}" srcOrd="3" destOrd="0" presId="urn:microsoft.com/office/officeart/2018/5/layout/CenteredIconLabelDescriptionList"/>
    <dgm:cxn modelId="{6183ED4B-067E-424A-8DF3-83CB6B0602C6}" type="presParOf" srcId="{6B3DCFC4-FB4C-42F3-8E6B-6F0210F77557}" destId="{94272CEE-A7AF-4213-9967-E64E44368EA9}" srcOrd="4" destOrd="0" presId="urn:microsoft.com/office/officeart/2018/5/layout/CenteredIconLabelDescriptionList"/>
    <dgm:cxn modelId="{A04E1C23-0516-471F-B721-D4E9972AC739}" type="presParOf" srcId="{EBCECB29-097A-4AB5-AC4C-DF620A6D8037}" destId="{4EE45317-A3D7-493F-9B27-B55F7EE9E72F}" srcOrd="1" destOrd="0" presId="urn:microsoft.com/office/officeart/2018/5/layout/CenteredIconLabelDescriptionList"/>
    <dgm:cxn modelId="{A3B02BC4-D80D-4EF8-9F3E-8C335D92003F}" type="presParOf" srcId="{EBCECB29-097A-4AB5-AC4C-DF620A6D8037}" destId="{505FB9D6-1CE5-40C0-BBC7-67264BCE278A}" srcOrd="2" destOrd="0" presId="urn:microsoft.com/office/officeart/2018/5/layout/CenteredIconLabelDescriptionList"/>
    <dgm:cxn modelId="{A05F708E-F2C4-4676-B903-7076A3966D4D}" type="presParOf" srcId="{505FB9D6-1CE5-40C0-BBC7-67264BCE278A}" destId="{667CE5BA-E858-479E-BEEF-D2EF953EAB4F}" srcOrd="0" destOrd="0" presId="urn:microsoft.com/office/officeart/2018/5/layout/CenteredIconLabelDescriptionList"/>
    <dgm:cxn modelId="{18F2F541-F694-4221-84C5-C56082EA31B6}" type="presParOf" srcId="{505FB9D6-1CE5-40C0-BBC7-67264BCE278A}" destId="{BF890A2B-D97C-4258-B965-71E21E02FC4D}" srcOrd="1" destOrd="0" presId="urn:microsoft.com/office/officeart/2018/5/layout/CenteredIconLabelDescriptionList"/>
    <dgm:cxn modelId="{A6B3DD87-607B-418C-82D4-3984442E3121}" type="presParOf" srcId="{505FB9D6-1CE5-40C0-BBC7-67264BCE278A}" destId="{F543F1B5-BFAB-4087-8CDF-A3F3D1E3DAFE}" srcOrd="2" destOrd="0" presId="urn:microsoft.com/office/officeart/2018/5/layout/CenteredIconLabelDescriptionList"/>
    <dgm:cxn modelId="{B4EC2349-AB2C-4831-B1EF-C86AB78F727A}" type="presParOf" srcId="{505FB9D6-1CE5-40C0-BBC7-67264BCE278A}" destId="{A41F1D90-76C7-46C9-A2D1-4967624819D9}" srcOrd="3" destOrd="0" presId="urn:microsoft.com/office/officeart/2018/5/layout/CenteredIconLabelDescriptionList"/>
    <dgm:cxn modelId="{9121296D-5143-48C0-8CF2-F0A8AA30CDE9}" type="presParOf" srcId="{505FB9D6-1CE5-40C0-BBC7-67264BCE278A}" destId="{09F30E52-D982-475A-A9B0-ADDD733B2DA2}" srcOrd="4" destOrd="0" presId="urn:microsoft.com/office/officeart/2018/5/layout/CenteredIconLabelDescriptionList"/>
    <dgm:cxn modelId="{8CBEA75C-D239-4DAE-9587-D387B9F0EB36}" type="presParOf" srcId="{EBCECB29-097A-4AB5-AC4C-DF620A6D8037}" destId="{0490380D-5AF9-4C3D-937F-1D262739F619}" srcOrd="3" destOrd="0" presId="urn:microsoft.com/office/officeart/2018/5/layout/CenteredIconLabelDescriptionList"/>
    <dgm:cxn modelId="{76671C92-DF35-4BAA-8C44-46A39662A104}" type="presParOf" srcId="{EBCECB29-097A-4AB5-AC4C-DF620A6D8037}" destId="{FD5B0D66-EC93-4ABA-B1D7-62C593FA2B30}" srcOrd="4" destOrd="0" presId="urn:microsoft.com/office/officeart/2018/5/layout/CenteredIconLabelDescriptionList"/>
    <dgm:cxn modelId="{CFABDA85-68F7-4FCA-A263-F91DA3D1BB3A}" type="presParOf" srcId="{FD5B0D66-EC93-4ABA-B1D7-62C593FA2B30}" destId="{6C282EC5-C012-4988-9614-D015949B41FC}" srcOrd="0" destOrd="0" presId="urn:microsoft.com/office/officeart/2018/5/layout/CenteredIconLabelDescriptionList"/>
    <dgm:cxn modelId="{871CD006-2077-4A54-A04D-80C378DB49B2}" type="presParOf" srcId="{FD5B0D66-EC93-4ABA-B1D7-62C593FA2B30}" destId="{EE5994BD-049A-4C39-8B86-D5A5DF9B4A03}" srcOrd="1" destOrd="0" presId="urn:microsoft.com/office/officeart/2018/5/layout/CenteredIconLabelDescriptionList"/>
    <dgm:cxn modelId="{B237C411-EF22-428D-9FBF-3F9C7D72670A}" type="presParOf" srcId="{FD5B0D66-EC93-4ABA-B1D7-62C593FA2B30}" destId="{81B8B416-3FFD-472E-A08A-972520F71A45}" srcOrd="2" destOrd="0" presId="urn:microsoft.com/office/officeart/2018/5/layout/CenteredIconLabelDescriptionList"/>
    <dgm:cxn modelId="{181E60E1-130D-4943-BC27-39E4C13CFCB5}" type="presParOf" srcId="{FD5B0D66-EC93-4ABA-B1D7-62C593FA2B30}" destId="{06386DDC-8F4A-4999-868E-F61099B934E8}" srcOrd="3" destOrd="0" presId="urn:microsoft.com/office/officeart/2018/5/layout/CenteredIconLabelDescriptionList"/>
    <dgm:cxn modelId="{67DDA9E3-AF39-488C-9715-C8220A489559}" type="presParOf" srcId="{FD5B0D66-EC93-4ABA-B1D7-62C593FA2B30}" destId="{F1FE7A7B-3A2C-454D-B54E-0C6002BEC1C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1E329E-C3EC-487C-89BC-FC8937CBB49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2F0AA2A-0B87-4795-85E1-3CC2BFD9C36F}">
      <dgm:prSet/>
      <dgm:spPr/>
      <dgm:t>
        <a:bodyPr/>
        <a:lstStyle/>
        <a:p>
          <a:r>
            <a:rPr lang="en-US"/>
            <a:t>COPD is a serious lung disease </a:t>
          </a:r>
        </a:p>
      </dgm:t>
    </dgm:pt>
    <dgm:pt modelId="{B115AD8A-8FBA-40F4-B6E1-952EDE16CBAC}" type="parTrans" cxnId="{95C280D9-F66D-45BA-8B50-66A2D8655EA5}">
      <dgm:prSet/>
      <dgm:spPr/>
      <dgm:t>
        <a:bodyPr/>
        <a:lstStyle/>
        <a:p>
          <a:endParaRPr lang="en-US"/>
        </a:p>
      </dgm:t>
    </dgm:pt>
    <dgm:pt modelId="{16C320D5-F9F5-4C54-8386-188D7A4F4222}" type="sibTrans" cxnId="{95C280D9-F66D-45BA-8B50-66A2D8655EA5}">
      <dgm:prSet/>
      <dgm:spPr/>
      <dgm:t>
        <a:bodyPr/>
        <a:lstStyle/>
        <a:p>
          <a:endParaRPr lang="en-US"/>
        </a:p>
      </dgm:t>
    </dgm:pt>
    <dgm:pt modelId="{8EA9D972-A842-425D-849E-4CAEC3629C05}">
      <dgm:prSet/>
      <dgm:spPr/>
      <dgm:t>
        <a:bodyPr/>
        <a:lstStyle/>
        <a:p>
          <a:r>
            <a:rPr lang="en-US"/>
            <a:t>Early risk prediction can improve patient care </a:t>
          </a:r>
        </a:p>
      </dgm:t>
    </dgm:pt>
    <dgm:pt modelId="{15B67650-3EA0-4D3F-8212-A0B252AC59C2}" type="parTrans" cxnId="{DAB3DDBC-D1BF-4DA7-94F4-5D6D9970E579}">
      <dgm:prSet/>
      <dgm:spPr/>
      <dgm:t>
        <a:bodyPr/>
        <a:lstStyle/>
        <a:p>
          <a:endParaRPr lang="en-US"/>
        </a:p>
      </dgm:t>
    </dgm:pt>
    <dgm:pt modelId="{8E25404F-36D6-4A01-BEBE-7F3A2C8EE3C8}" type="sibTrans" cxnId="{DAB3DDBC-D1BF-4DA7-94F4-5D6D9970E579}">
      <dgm:prSet/>
      <dgm:spPr/>
      <dgm:t>
        <a:bodyPr/>
        <a:lstStyle/>
        <a:p>
          <a:endParaRPr lang="en-US"/>
        </a:p>
      </dgm:t>
    </dgm:pt>
    <dgm:pt modelId="{B3078FAE-9AA3-43E9-B12F-98BA6FC659FB}">
      <dgm:prSet/>
      <dgm:spPr/>
      <dgm:t>
        <a:bodyPr/>
        <a:lstStyle/>
        <a:p>
          <a:r>
            <a:rPr lang="en-US"/>
            <a:t>AI can help automate analysis </a:t>
          </a:r>
        </a:p>
      </dgm:t>
    </dgm:pt>
    <dgm:pt modelId="{2B58C99B-E63D-4066-B134-579CDA8A07AD}" type="parTrans" cxnId="{D11C4359-CE6A-4CC3-AB7E-8BD074FAD102}">
      <dgm:prSet/>
      <dgm:spPr/>
      <dgm:t>
        <a:bodyPr/>
        <a:lstStyle/>
        <a:p>
          <a:endParaRPr lang="en-US"/>
        </a:p>
      </dgm:t>
    </dgm:pt>
    <dgm:pt modelId="{B1C787A7-0926-4D16-A18E-7C95FBFBB370}" type="sibTrans" cxnId="{D11C4359-CE6A-4CC3-AB7E-8BD074FAD102}">
      <dgm:prSet/>
      <dgm:spPr/>
      <dgm:t>
        <a:bodyPr/>
        <a:lstStyle/>
        <a:p>
          <a:endParaRPr lang="en-US"/>
        </a:p>
      </dgm:t>
    </dgm:pt>
    <dgm:pt modelId="{B52D889C-6979-495A-9E65-3304AF1D58AB}">
      <dgm:prSet/>
      <dgm:spPr/>
      <dgm:t>
        <a:bodyPr/>
        <a:lstStyle/>
        <a:p>
          <a:r>
            <a:rPr lang="en-US"/>
            <a:t>Multi-model systems improve reliability</a:t>
          </a:r>
        </a:p>
      </dgm:t>
    </dgm:pt>
    <dgm:pt modelId="{F1A3C76D-DAFA-4D15-9118-8AE00FAF6D43}" type="parTrans" cxnId="{77416E96-EC80-4CBC-A659-4E0D335F2347}">
      <dgm:prSet/>
      <dgm:spPr/>
      <dgm:t>
        <a:bodyPr/>
        <a:lstStyle/>
        <a:p>
          <a:endParaRPr lang="en-US"/>
        </a:p>
      </dgm:t>
    </dgm:pt>
    <dgm:pt modelId="{0E81CED7-B947-4B0F-A5C4-491D96DC7639}" type="sibTrans" cxnId="{77416E96-EC80-4CBC-A659-4E0D335F2347}">
      <dgm:prSet/>
      <dgm:spPr/>
      <dgm:t>
        <a:bodyPr/>
        <a:lstStyle/>
        <a:p>
          <a:endParaRPr lang="en-US"/>
        </a:p>
      </dgm:t>
    </dgm:pt>
    <dgm:pt modelId="{FAD4DA71-9F52-4870-B3AC-9C85F81F7663}" type="pres">
      <dgm:prSet presAssocID="{431E329E-C3EC-487C-89BC-FC8937CBB49D}" presName="root" presStyleCnt="0">
        <dgm:presLayoutVars>
          <dgm:dir/>
          <dgm:resizeHandles val="exact"/>
        </dgm:presLayoutVars>
      </dgm:prSet>
      <dgm:spPr/>
    </dgm:pt>
    <dgm:pt modelId="{F319BB26-314F-4079-B3B2-AA8A7E659284}" type="pres">
      <dgm:prSet presAssocID="{F2F0AA2A-0B87-4795-85E1-3CC2BFD9C36F}" presName="compNode" presStyleCnt="0"/>
      <dgm:spPr/>
    </dgm:pt>
    <dgm:pt modelId="{E1BA855A-23D4-421A-A2E6-89300B6752F6}" type="pres">
      <dgm:prSet presAssocID="{F2F0AA2A-0B87-4795-85E1-3CC2BFD9C36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ungs"/>
        </a:ext>
      </dgm:extLst>
    </dgm:pt>
    <dgm:pt modelId="{BDAAFF21-5418-4EA4-86EA-4FC70541E2FD}" type="pres">
      <dgm:prSet presAssocID="{F2F0AA2A-0B87-4795-85E1-3CC2BFD9C36F}" presName="spaceRect" presStyleCnt="0"/>
      <dgm:spPr/>
    </dgm:pt>
    <dgm:pt modelId="{E0F1BAAC-B6B8-44BA-A779-9744BE2DE281}" type="pres">
      <dgm:prSet presAssocID="{F2F0AA2A-0B87-4795-85E1-3CC2BFD9C36F}" presName="textRect" presStyleLbl="revTx" presStyleIdx="0" presStyleCnt="4">
        <dgm:presLayoutVars>
          <dgm:chMax val="1"/>
          <dgm:chPref val="1"/>
        </dgm:presLayoutVars>
      </dgm:prSet>
      <dgm:spPr/>
    </dgm:pt>
    <dgm:pt modelId="{8B7E97A6-A429-4BBF-A828-30355E287B39}" type="pres">
      <dgm:prSet presAssocID="{16C320D5-F9F5-4C54-8386-188D7A4F4222}" presName="sibTrans" presStyleCnt="0"/>
      <dgm:spPr/>
    </dgm:pt>
    <dgm:pt modelId="{3EC8F50C-E82A-4A49-963A-862D4476CDCF}" type="pres">
      <dgm:prSet presAssocID="{8EA9D972-A842-425D-849E-4CAEC3629C05}" presName="compNode" presStyleCnt="0"/>
      <dgm:spPr/>
    </dgm:pt>
    <dgm:pt modelId="{4EE48721-3D14-4B81-A277-2163348C01D0}" type="pres">
      <dgm:prSet presAssocID="{8EA9D972-A842-425D-849E-4CAEC3629C0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49E18C0D-7D78-4F3F-9050-5B70A682E2E3}" type="pres">
      <dgm:prSet presAssocID="{8EA9D972-A842-425D-849E-4CAEC3629C05}" presName="spaceRect" presStyleCnt="0"/>
      <dgm:spPr/>
    </dgm:pt>
    <dgm:pt modelId="{9A88400D-2F7A-43EE-A652-7F563C48A229}" type="pres">
      <dgm:prSet presAssocID="{8EA9D972-A842-425D-849E-4CAEC3629C05}" presName="textRect" presStyleLbl="revTx" presStyleIdx="1" presStyleCnt="4">
        <dgm:presLayoutVars>
          <dgm:chMax val="1"/>
          <dgm:chPref val="1"/>
        </dgm:presLayoutVars>
      </dgm:prSet>
      <dgm:spPr/>
    </dgm:pt>
    <dgm:pt modelId="{9202076F-3479-4203-8913-A3B427A9E77A}" type="pres">
      <dgm:prSet presAssocID="{8E25404F-36D6-4A01-BEBE-7F3A2C8EE3C8}" presName="sibTrans" presStyleCnt="0"/>
      <dgm:spPr/>
    </dgm:pt>
    <dgm:pt modelId="{5F9B0F20-A207-4570-900B-0CDCF0CCDCA5}" type="pres">
      <dgm:prSet presAssocID="{B3078FAE-9AA3-43E9-B12F-98BA6FC659FB}" presName="compNode" presStyleCnt="0"/>
      <dgm:spPr/>
    </dgm:pt>
    <dgm:pt modelId="{10D85883-1619-4BCC-B24D-170B2EBB6DD7}" type="pres">
      <dgm:prSet presAssocID="{B3078FAE-9AA3-43E9-B12F-98BA6FC659F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6D24AB9-CB51-42BC-BD66-7710E27A6005}" type="pres">
      <dgm:prSet presAssocID="{B3078FAE-9AA3-43E9-B12F-98BA6FC659FB}" presName="spaceRect" presStyleCnt="0"/>
      <dgm:spPr/>
    </dgm:pt>
    <dgm:pt modelId="{BCA49DDA-5409-4D4E-89AA-C7AC0AAC11ED}" type="pres">
      <dgm:prSet presAssocID="{B3078FAE-9AA3-43E9-B12F-98BA6FC659FB}" presName="textRect" presStyleLbl="revTx" presStyleIdx="2" presStyleCnt="4">
        <dgm:presLayoutVars>
          <dgm:chMax val="1"/>
          <dgm:chPref val="1"/>
        </dgm:presLayoutVars>
      </dgm:prSet>
      <dgm:spPr/>
    </dgm:pt>
    <dgm:pt modelId="{2E220A45-2BAC-4743-B53D-2CD55BCCA768}" type="pres">
      <dgm:prSet presAssocID="{B1C787A7-0926-4D16-A18E-7C95FBFBB370}" presName="sibTrans" presStyleCnt="0"/>
      <dgm:spPr/>
    </dgm:pt>
    <dgm:pt modelId="{97F4F5DC-8D04-4774-BF01-6F8B1DB418CF}" type="pres">
      <dgm:prSet presAssocID="{B52D889C-6979-495A-9E65-3304AF1D58AB}" presName="compNode" presStyleCnt="0"/>
      <dgm:spPr/>
    </dgm:pt>
    <dgm:pt modelId="{CDD693C2-F4B4-4B5D-BA76-30E17756E556}" type="pres">
      <dgm:prSet presAssocID="{B52D889C-6979-495A-9E65-3304AF1D58A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25A58B1-5AB1-40D5-9454-D32C0B241BE6}" type="pres">
      <dgm:prSet presAssocID="{B52D889C-6979-495A-9E65-3304AF1D58AB}" presName="spaceRect" presStyleCnt="0"/>
      <dgm:spPr/>
    </dgm:pt>
    <dgm:pt modelId="{6D0A5EF1-FBD1-4D58-8542-B848EB2E28D7}" type="pres">
      <dgm:prSet presAssocID="{B52D889C-6979-495A-9E65-3304AF1D58A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5B25E2B-55B9-4C2A-9A8E-47375A929641}" type="presOf" srcId="{B3078FAE-9AA3-43E9-B12F-98BA6FC659FB}" destId="{BCA49DDA-5409-4D4E-89AA-C7AC0AAC11ED}" srcOrd="0" destOrd="0" presId="urn:microsoft.com/office/officeart/2018/2/layout/IconLabelList"/>
    <dgm:cxn modelId="{D11C4359-CE6A-4CC3-AB7E-8BD074FAD102}" srcId="{431E329E-C3EC-487C-89BC-FC8937CBB49D}" destId="{B3078FAE-9AA3-43E9-B12F-98BA6FC659FB}" srcOrd="2" destOrd="0" parTransId="{2B58C99B-E63D-4066-B134-579CDA8A07AD}" sibTransId="{B1C787A7-0926-4D16-A18E-7C95FBFBB370}"/>
    <dgm:cxn modelId="{77416E96-EC80-4CBC-A659-4E0D335F2347}" srcId="{431E329E-C3EC-487C-89BC-FC8937CBB49D}" destId="{B52D889C-6979-495A-9E65-3304AF1D58AB}" srcOrd="3" destOrd="0" parTransId="{F1A3C76D-DAFA-4D15-9118-8AE00FAF6D43}" sibTransId="{0E81CED7-B947-4B0F-A5C4-491D96DC7639}"/>
    <dgm:cxn modelId="{E4F2F3A7-72A8-4950-B5BA-131CD6D3AACE}" type="presOf" srcId="{B52D889C-6979-495A-9E65-3304AF1D58AB}" destId="{6D0A5EF1-FBD1-4D58-8542-B848EB2E28D7}" srcOrd="0" destOrd="0" presId="urn:microsoft.com/office/officeart/2018/2/layout/IconLabelList"/>
    <dgm:cxn modelId="{DAB3DDBC-D1BF-4DA7-94F4-5D6D9970E579}" srcId="{431E329E-C3EC-487C-89BC-FC8937CBB49D}" destId="{8EA9D972-A842-425D-849E-4CAEC3629C05}" srcOrd="1" destOrd="0" parTransId="{15B67650-3EA0-4D3F-8212-A0B252AC59C2}" sibTransId="{8E25404F-36D6-4A01-BEBE-7F3A2C8EE3C8}"/>
    <dgm:cxn modelId="{98E281BD-0DDE-40CA-8040-36683F3BC35D}" type="presOf" srcId="{8EA9D972-A842-425D-849E-4CAEC3629C05}" destId="{9A88400D-2F7A-43EE-A652-7F563C48A229}" srcOrd="0" destOrd="0" presId="urn:microsoft.com/office/officeart/2018/2/layout/IconLabelList"/>
    <dgm:cxn modelId="{ED058BD2-54A5-4FB0-90CC-6A6F0CAC3DDD}" type="presOf" srcId="{F2F0AA2A-0B87-4795-85E1-3CC2BFD9C36F}" destId="{E0F1BAAC-B6B8-44BA-A779-9744BE2DE281}" srcOrd="0" destOrd="0" presId="urn:microsoft.com/office/officeart/2018/2/layout/IconLabelList"/>
    <dgm:cxn modelId="{95C280D9-F66D-45BA-8B50-66A2D8655EA5}" srcId="{431E329E-C3EC-487C-89BC-FC8937CBB49D}" destId="{F2F0AA2A-0B87-4795-85E1-3CC2BFD9C36F}" srcOrd="0" destOrd="0" parTransId="{B115AD8A-8FBA-40F4-B6E1-952EDE16CBAC}" sibTransId="{16C320D5-F9F5-4C54-8386-188D7A4F4222}"/>
    <dgm:cxn modelId="{4F5C1AF7-23FB-4D4D-BECD-FE04581DA76E}" type="presOf" srcId="{431E329E-C3EC-487C-89BC-FC8937CBB49D}" destId="{FAD4DA71-9F52-4870-B3AC-9C85F81F7663}" srcOrd="0" destOrd="0" presId="urn:microsoft.com/office/officeart/2018/2/layout/IconLabelList"/>
    <dgm:cxn modelId="{7D728BB2-69D9-487B-B559-2FCCCA62452B}" type="presParOf" srcId="{FAD4DA71-9F52-4870-B3AC-9C85F81F7663}" destId="{F319BB26-314F-4079-B3B2-AA8A7E659284}" srcOrd="0" destOrd="0" presId="urn:microsoft.com/office/officeart/2018/2/layout/IconLabelList"/>
    <dgm:cxn modelId="{2C6D0EED-4D9A-468B-8CE1-DCEB8F10AC0C}" type="presParOf" srcId="{F319BB26-314F-4079-B3B2-AA8A7E659284}" destId="{E1BA855A-23D4-421A-A2E6-89300B6752F6}" srcOrd="0" destOrd="0" presId="urn:microsoft.com/office/officeart/2018/2/layout/IconLabelList"/>
    <dgm:cxn modelId="{E3926A6E-3ADB-4E43-9620-A4E9E016AC1C}" type="presParOf" srcId="{F319BB26-314F-4079-B3B2-AA8A7E659284}" destId="{BDAAFF21-5418-4EA4-86EA-4FC70541E2FD}" srcOrd="1" destOrd="0" presId="urn:microsoft.com/office/officeart/2018/2/layout/IconLabelList"/>
    <dgm:cxn modelId="{88112908-2A64-4428-9C6F-3E5A5B47D729}" type="presParOf" srcId="{F319BB26-314F-4079-B3B2-AA8A7E659284}" destId="{E0F1BAAC-B6B8-44BA-A779-9744BE2DE281}" srcOrd="2" destOrd="0" presId="urn:microsoft.com/office/officeart/2018/2/layout/IconLabelList"/>
    <dgm:cxn modelId="{B5F8AE1F-AA3F-4431-911F-D9E04B589BE6}" type="presParOf" srcId="{FAD4DA71-9F52-4870-B3AC-9C85F81F7663}" destId="{8B7E97A6-A429-4BBF-A828-30355E287B39}" srcOrd="1" destOrd="0" presId="urn:microsoft.com/office/officeart/2018/2/layout/IconLabelList"/>
    <dgm:cxn modelId="{E4C7FE75-E6E0-4CBA-864E-92AF1873CFD2}" type="presParOf" srcId="{FAD4DA71-9F52-4870-B3AC-9C85F81F7663}" destId="{3EC8F50C-E82A-4A49-963A-862D4476CDCF}" srcOrd="2" destOrd="0" presId="urn:microsoft.com/office/officeart/2018/2/layout/IconLabelList"/>
    <dgm:cxn modelId="{DB0416F8-0B86-43C2-A865-246C6E1AEA81}" type="presParOf" srcId="{3EC8F50C-E82A-4A49-963A-862D4476CDCF}" destId="{4EE48721-3D14-4B81-A277-2163348C01D0}" srcOrd="0" destOrd="0" presId="urn:microsoft.com/office/officeart/2018/2/layout/IconLabelList"/>
    <dgm:cxn modelId="{EEC66DCC-6ED0-40CC-A4BA-D59416B63503}" type="presParOf" srcId="{3EC8F50C-E82A-4A49-963A-862D4476CDCF}" destId="{49E18C0D-7D78-4F3F-9050-5B70A682E2E3}" srcOrd="1" destOrd="0" presId="urn:microsoft.com/office/officeart/2018/2/layout/IconLabelList"/>
    <dgm:cxn modelId="{0236D327-FC27-41FF-B8B0-9995BC6AAE25}" type="presParOf" srcId="{3EC8F50C-E82A-4A49-963A-862D4476CDCF}" destId="{9A88400D-2F7A-43EE-A652-7F563C48A229}" srcOrd="2" destOrd="0" presId="urn:microsoft.com/office/officeart/2018/2/layout/IconLabelList"/>
    <dgm:cxn modelId="{83509E92-6A37-4336-996D-81BFE9849959}" type="presParOf" srcId="{FAD4DA71-9F52-4870-B3AC-9C85F81F7663}" destId="{9202076F-3479-4203-8913-A3B427A9E77A}" srcOrd="3" destOrd="0" presId="urn:microsoft.com/office/officeart/2018/2/layout/IconLabelList"/>
    <dgm:cxn modelId="{E7F16FAD-2B90-4517-BC7C-067A5DBED6C2}" type="presParOf" srcId="{FAD4DA71-9F52-4870-B3AC-9C85F81F7663}" destId="{5F9B0F20-A207-4570-900B-0CDCF0CCDCA5}" srcOrd="4" destOrd="0" presId="urn:microsoft.com/office/officeart/2018/2/layout/IconLabelList"/>
    <dgm:cxn modelId="{4BCD4496-F884-4742-B117-F0BFC4069E8D}" type="presParOf" srcId="{5F9B0F20-A207-4570-900B-0CDCF0CCDCA5}" destId="{10D85883-1619-4BCC-B24D-170B2EBB6DD7}" srcOrd="0" destOrd="0" presId="urn:microsoft.com/office/officeart/2018/2/layout/IconLabelList"/>
    <dgm:cxn modelId="{615022D4-D76C-4AB0-9C8F-A21FA4D9847D}" type="presParOf" srcId="{5F9B0F20-A207-4570-900B-0CDCF0CCDCA5}" destId="{46D24AB9-CB51-42BC-BD66-7710E27A6005}" srcOrd="1" destOrd="0" presId="urn:microsoft.com/office/officeart/2018/2/layout/IconLabelList"/>
    <dgm:cxn modelId="{FB72AE73-8BEA-42E4-AA5B-164DFCA0C5A7}" type="presParOf" srcId="{5F9B0F20-A207-4570-900B-0CDCF0CCDCA5}" destId="{BCA49DDA-5409-4D4E-89AA-C7AC0AAC11ED}" srcOrd="2" destOrd="0" presId="urn:microsoft.com/office/officeart/2018/2/layout/IconLabelList"/>
    <dgm:cxn modelId="{48282C37-AD70-4377-AABE-995664B20425}" type="presParOf" srcId="{FAD4DA71-9F52-4870-B3AC-9C85F81F7663}" destId="{2E220A45-2BAC-4743-B53D-2CD55BCCA768}" srcOrd="5" destOrd="0" presId="urn:microsoft.com/office/officeart/2018/2/layout/IconLabelList"/>
    <dgm:cxn modelId="{21172650-8586-43F7-9512-9024B9BCBFF7}" type="presParOf" srcId="{FAD4DA71-9F52-4870-B3AC-9C85F81F7663}" destId="{97F4F5DC-8D04-4774-BF01-6F8B1DB418CF}" srcOrd="6" destOrd="0" presId="urn:microsoft.com/office/officeart/2018/2/layout/IconLabelList"/>
    <dgm:cxn modelId="{75A7C502-548F-424A-8176-1E63399B8904}" type="presParOf" srcId="{97F4F5DC-8D04-4774-BF01-6F8B1DB418CF}" destId="{CDD693C2-F4B4-4B5D-BA76-30E17756E556}" srcOrd="0" destOrd="0" presId="urn:microsoft.com/office/officeart/2018/2/layout/IconLabelList"/>
    <dgm:cxn modelId="{60835ACE-611F-427F-BE83-592C89612EF1}" type="presParOf" srcId="{97F4F5DC-8D04-4774-BF01-6F8B1DB418CF}" destId="{C25A58B1-5AB1-40D5-9454-D32C0B241BE6}" srcOrd="1" destOrd="0" presId="urn:microsoft.com/office/officeart/2018/2/layout/IconLabelList"/>
    <dgm:cxn modelId="{8CEC609F-5AB2-46B8-AB9C-1D0E80308246}" type="presParOf" srcId="{97F4F5DC-8D04-4774-BF01-6F8B1DB418CF}" destId="{6D0A5EF1-FBD1-4D58-8542-B848EB2E28D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DD47AE5-E5E5-49E8-BEF2-2FCEABEAB4B5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6DBF61-E809-4FBE-91AC-31CD5B65FAE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Uses agent-based architecture </a:t>
          </a:r>
        </a:p>
      </dgm:t>
    </dgm:pt>
    <dgm:pt modelId="{85605EEA-B24B-474A-9CC9-722AD35EEAAB}" type="parTrans" cxnId="{53D5903D-ADA1-4455-BA81-86FCE422F3B6}">
      <dgm:prSet/>
      <dgm:spPr/>
      <dgm:t>
        <a:bodyPr/>
        <a:lstStyle/>
        <a:p>
          <a:endParaRPr lang="en-US"/>
        </a:p>
      </dgm:t>
    </dgm:pt>
    <dgm:pt modelId="{3FF663AA-C6ED-456E-9E20-A4D49037699B}" type="sibTrans" cxnId="{53D5903D-ADA1-4455-BA81-86FCE422F3B6}">
      <dgm:prSet/>
      <dgm:spPr/>
      <dgm:t>
        <a:bodyPr/>
        <a:lstStyle/>
        <a:p>
          <a:endParaRPr lang="en-US"/>
        </a:p>
      </dgm:t>
    </dgm:pt>
    <dgm:pt modelId="{9E062270-9179-4238-BB12-C6A53949864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Functionalities </a:t>
          </a:r>
        </a:p>
      </dgm:t>
    </dgm:pt>
    <dgm:pt modelId="{A9A7AEAC-404B-4993-AD6C-B0203C57564F}" type="parTrans" cxnId="{E2598623-2104-4EC2-BF8E-4ACF7580A0CA}">
      <dgm:prSet/>
      <dgm:spPr/>
      <dgm:t>
        <a:bodyPr/>
        <a:lstStyle/>
        <a:p>
          <a:endParaRPr lang="en-US"/>
        </a:p>
      </dgm:t>
    </dgm:pt>
    <dgm:pt modelId="{D61A6E8D-E381-4B88-B51A-10D2BCABFD36}" type="sibTrans" cxnId="{E2598623-2104-4EC2-BF8E-4ACF7580A0CA}">
      <dgm:prSet/>
      <dgm:spPr/>
      <dgm:t>
        <a:bodyPr/>
        <a:lstStyle/>
        <a:p>
          <a:endParaRPr lang="en-US"/>
        </a:p>
      </dgm:t>
    </dgm:pt>
    <dgm:pt modelId="{4CE58E89-5B3C-45E4-9E12-CE4E95EF35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Analysis</a:t>
          </a:r>
        </a:p>
      </dgm:t>
    </dgm:pt>
    <dgm:pt modelId="{E67D079C-7068-45C6-954E-D07860D2E40E}" type="parTrans" cxnId="{693788CD-99D5-4F21-B3E3-6F32E3DD2988}">
      <dgm:prSet/>
      <dgm:spPr/>
      <dgm:t>
        <a:bodyPr/>
        <a:lstStyle/>
        <a:p>
          <a:endParaRPr lang="en-US"/>
        </a:p>
      </dgm:t>
    </dgm:pt>
    <dgm:pt modelId="{11BBE28B-CA9E-458B-A99A-05B894B7BB71}" type="sibTrans" cxnId="{693788CD-99D5-4F21-B3E3-6F32E3DD2988}">
      <dgm:prSet/>
      <dgm:spPr/>
      <dgm:t>
        <a:bodyPr/>
        <a:lstStyle/>
        <a:p>
          <a:endParaRPr lang="en-US"/>
        </a:p>
      </dgm:t>
    </dgm:pt>
    <dgm:pt modelId="{87F57A0F-C23F-4784-B543-D84B64459A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 comparison </a:t>
          </a:r>
        </a:p>
      </dgm:t>
    </dgm:pt>
    <dgm:pt modelId="{3AAF425B-CECD-4CCD-8DF1-264CAF778C29}" type="parTrans" cxnId="{96335F43-4F02-489D-8FD1-182C8FCE0396}">
      <dgm:prSet/>
      <dgm:spPr/>
      <dgm:t>
        <a:bodyPr/>
        <a:lstStyle/>
        <a:p>
          <a:endParaRPr lang="en-US"/>
        </a:p>
      </dgm:t>
    </dgm:pt>
    <dgm:pt modelId="{CADF49AE-5CAE-4A0E-92B9-94F44530D193}" type="sibTrans" cxnId="{96335F43-4F02-489D-8FD1-182C8FCE0396}">
      <dgm:prSet/>
      <dgm:spPr/>
      <dgm:t>
        <a:bodyPr/>
        <a:lstStyle/>
        <a:p>
          <a:endParaRPr lang="en-US"/>
        </a:p>
      </dgm:t>
    </dgm:pt>
    <dgm:pt modelId="{E71F6774-BE80-488C-8F9B-1019158CAA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Single analysis </a:t>
          </a:r>
        </a:p>
      </dgm:t>
    </dgm:pt>
    <dgm:pt modelId="{2165B82B-9718-4BD6-B5F9-40A29B6DECF2}" type="parTrans" cxnId="{0E1468A3-C918-40C1-ACFB-3B80E961EAB4}">
      <dgm:prSet/>
      <dgm:spPr/>
      <dgm:t>
        <a:bodyPr/>
        <a:lstStyle/>
        <a:p>
          <a:endParaRPr lang="en-US"/>
        </a:p>
      </dgm:t>
    </dgm:pt>
    <dgm:pt modelId="{35130A58-C897-4172-B77F-BAEFA1A66287}" type="sibTrans" cxnId="{0E1468A3-C918-40C1-ACFB-3B80E961EAB4}">
      <dgm:prSet/>
      <dgm:spPr/>
      <dgm:t>
        <a:bodyPr/>
        <a:lstStyle/>
        <a:p>
          <a:endParaRPr lang="en-US"/>
        </a:p>
      </dgm:t>
    </dgm:pt>
    <dgm:pt modelId="{968AA2C0-14A2-4E2A-8C69-06C7AF74D4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Reporting </a:t>
          </a:r>
        </a:p>
      </dgm:t>
    </dgm:pt>
    <dgm:pt modelId="{5C4900BE-601E-404D-94D8-90CF3A07A626}" type="parTrans" cxnId="{6589DDA4-A1A0-4FF7-A1A8-1B70F066F040}">
      <dgm:prSet/>
      <dgm:spPr/>
      <dgm:t>
        <a:bodyPr/>
        <a:lstStyle/>
        <a:p>
          <a:endParaRPr lang="en-US"/>
        </a:p>
      </dgm:t>
    </dgm:pt>
    <dgm:pt modelId="{C0AE726C-4996-4525-A6C2-B25F3ECEB5FA}" type="sibTrans" cxnId="{6589DDA4-A1A0-4FF7-A1A8-1B70F066F040}">
      <dgm:prSet/>
      <dgm:spPr/>
      <dgm:t>
        <a:bodyPr/>
        <a:lstStyle/>
        <a:p>
          <a:endParaRPr lang="en-US"/>
        </a:p>
      </dgm:t>
    </dgm:pt>
    <dgm:pt modelId="{B7D06BA5-67FD-48A5-8AAA-0BF4A4269C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Email integration</a:t>
          </a:r>
        </a:p>
      </dgm:t>
    </dgm:pt>
    <dgm:pt modelId="{ACAA416E-74B5-4FAB-B219-DA83A93F918F}" type="parTrans" cxnId="{676BA94F-8235-4445-81CC-277792CC9A86}">
      <dgm:prSet/>
      <dgm:spPr/>
      <dgm:t>
        <a:bodyPr/>
        <a:lstStyle/>
        <a:p>
          <a:endParaRPr lang="en-US"/>
        </a:p>
      </dgm:t>
    </dgm:pt>
    <dgm:pt modelId="{316F76CB-5142-4261-8599-2C64998535C4}" type="sibTrans" cxnId="{676BA94F-8235-4445-81CC-277792CC9A86}">
      <dgm:prSet/>
      <dgm:spPr/>
      <dgm:t>
        <a:bodyPr/>
        <a:lstStyle/>
        <a:p>
          <a:endParaRPr lang="en-US"/>
        </a:p>
      </dgm:t>
    </dgm:pt>
    <dgm:pt modelId="{836A3EB5-326C-40CE-A9C9-0AF505C681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Chat History</a:t>
          </a:r>
        </a:p>
      </dgm:t>
    </dgm:pt>
    <dgm:pt modelId="{CF03764C-2CB4-4D3C-9762-73037E4E8D78}" type="parTrans" cxnId="{7D9263FB-B873-4668-BB80-0598C0F63F65}">
      <dgm:prSet/>
      <dgm:spPr/>
      <dgm:t>
        <a:bodyPr/>
        <a:lstStyle/>
        <a:p>
          <a:endParaRPr lang="en-US"/>
        </a:p>
      </dgm:t>
    </dgm:pt>
    <dgm:pt modelId="{6A83CFBB-C55A-4313-B1D3-CF9C21A8EB4E}" type="sibTrans" cxnId="{7D9263FB-B873-4668-BB80-0598C0F63F65}">
      <dgm:prSet/>
      <dgm:spPr/>
      <dgm:t>
        <a:bodyPr/>
        <a:lstStyle/>
        <a:p>
          <a:endParaRPr lang="en-US"/>
        </a:p>
      </dgm:t>
    </dgm:pt>
    <dgm:pt modelId="{3B7D27AB-2643-4496-B932-ABB764AA38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System monitoring &amp; evaluation </a:t>
          </a:r>
        </a:p>
      </dgm:t>
    </dgm:pt>
    <dgm:pt modelId="{1B6C2C41-E35E-4660-9D72-723E38E7B86D}" type="parTrans" cxnId="{8D917F05-B4F2-47D3-8FE5-A05A135B882F}">
      <dgm:prSet/>
      <dgm:spPr/>
      <dgm:t>
        <a:bodyPr/>
        <a:lstStyle/>
        <a:p>
          <a:endParaRPr lang="en-US"/>
        </a:p>
      </dgm:t>
    </dgm:pt>
    <dgm:pt modelId="{E494C777-DBCA-4943-AFDC-6D389089C78F}" type="sibTrans" cxnId="{8D917F05-B4F2-47D3-8FE5-A05A135B882F}">
      <dgm:prSet/>
      <dgm:spPr/>
      <dgm:t>
        <a:bodyPr/>
        <a:lstStyle/>
        <a:p>
          <a:endParaRPr lang="en-US"/>
        </a:p>
      </dgm:t>
    </dgm:pt>
    <dgm:pt modelId="{3756EC24-B329-4D5F-BA4D-4DDDE167F805}" type="pres">
      <dgm:prSet presAssocID="{ADD47AE5-E5E5-49E8-BEF2-2FCEABEAB4B5}" presName="root" presStyleCnt="0">
        <dgm:presLayoutVars>
          <dgm:dir/>
          <dgm:resizeHandles val="exact"/>
        </dgm:presLayoutVars>
      </dgm:prSet>
      <dgm:spPr/>
    </dgm:pt>
    <dgm:pt modelId="{CA4C7884-81B5-4656-9076-1C19B9F96A50}" type="pres">
      <dgm:prSet presAssocID="{D76DBF61-E809-4FBE-91AC-31CD5B65FAE3}" presName="compNode" presStyleCnt="0"/>
      <dgm:spPr/>
    </dgm:pt>
    <dgm:pt modelId="{5F364A34-1203-4FB2-9FAD-900C9C90B005}" type="pres">
      <dgm:prSet presAssocID="{D76DBF61-E809-4FBE-91AC-31CD5B65FAE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586573CB-1CE3-4F8A-A1A3-1B0DEA033FC0}" type="pres">
      <dgm:prSet presAssocID="{D76DBF61-E809-4FBE-91AC-31CD5B65FAE3}" presName="iconSpace" presStyleCnt="0"/>
      <dgm:spPr/>
    </dgm:pt>
    <dgm:pt modelId="{38EAB2CD-B34A-4DB4-B1D4-68CD1DD62C82}" type="pres">
      <dgm:prSet presAssocID="{D76DBF61-E809-4FBE-91AC-31CD5B65FAE3}" presName="parTx" presStyleLbl="revTx" presStyleIdx="0" presStyleCnt="4">
        <dgm:presLayoutVars>
          <dgm:chMax val="0"/>
          <dgm:chPref val="0"/>
        </dgm:presLayoutVars>
      </dgm:prSet>
      <dgm:spPr/>
    </dgm:pt>
    <dgm:pt modelId="{34EB3AD0-CE45-4D36-84C1-18079C2483A8}" type="pres">
      <dgm:prSet presAssocID="{D76DBF61-E809-4FBE-91AC-31CD5B65FAE3}" presName="txSpace" presStyleCnt="0"/>
      <dgm:spPr/>
    </dgm:pt>
    <dgm:pt modelId="{E913B4CB-03E1-4001-AF5F-D7008B7FA53A}" type="pres">
      <dgm:prSet presAssocID="{D76DBF61-E809-4FBE-91AC-31CD5B65FAE3}" presName="desTx" presStyleLbl="revTx" presStyleIdx="1" presStyleCnt="4">
        <dgm:presLayoutVars/>
      </dgm:prSet>
      <dgm:spPr/>
    </dgm:pt>
    <dgm:pt modelId="{3AD326A9-26E6-4078-8D34-251F1847EF71}" type="pres">
      <dgm:prSet presAssocID="{3FF663AA-C6ED-456E-9E20-A4D49037699B}" presName="sibTrans" presStyleCnt="0"/>
      <dgm:spPr/>
    </dgm:pt>
    <dgm:pt modelId="{928EF22D-4570-4E4F-AE2C-8EE1E425B215}" type="pres">
      <dgm:prSet presAssocID="{9E062270-9179-4238-BB12-C6A539498646}" presName="compNode" presStyleCnt="0"/>
      <dgm:spPr/>
    </dgm:pt>
    <dgm:pt modelId="{E2DDD2AC-3263-408C-BAB2-BE94E5E382B6}" type="pres">
      <dgm:prSet presAssocID="{9E062270-9179-4238-BB12-C6A53949864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18A893C-E97C-41D2-9685-1FA72DB73315}" type="pres">
      <dgm:prSet presAssocID="{9E062270-9179-4238-BB12-C6A539498646}" presName="iconSpace" presStyleCnt="0"/>
      <dgm:spPr/>
    </dgm:pt>
    <dgm:pt modelId="{320562D3-1A5C-4AC6-BCA7-54D6ED0AAEB6}" type="pres">
      <dgm:prSet presAssocID="{9E062270-9179-4238-BB12-C6A539498646}" presName="parTx" presStyleLbl="revTx" presStyleIdx="2" presStyleCnt="4">
        <dgm:presLayoutVars>
          <dgm:chMax val="0"/>
          <dgm:chPref val="0"/>
        </dgm:presLayoutVars>
      </dgm:prSet>
      <dgm:spPr/>
    </dgm:pt>
    <dgm:pt modelId="{0D6921B7-1F02-4DF4-8ABB-5495D3004A68}" type="pres">
      <dgm:prSet presAssocID="{9E062270-9179-4238-BB12-C6A539498646}" presName="txSpace" presStyleCnt="0"/>
      <dgm:spPr/>
    </dgm:pt>
    <dgm:pt modelId="{55CF56FD-AF99-428A-9522-D3C400CD2F04}" type="pres">
      <dgm:prSet presAssocID="{9E062270-9179-4238-BB12-C6A539498646}" presName="desTx" presStyleLbl="revTx" presStyleIdx="3" presStyleCnt="4">
        <dgm:presLayoutVars/>
      </dgm:prSet>
      <dgm:spPr/>
    </dgm:pt>
  </dgm:ptLst>
  <dgm:cxnLst>
    <dgm:cxn modelId="{8D917F05-B4F2-47D3-8FE5-A05A135B882F}" srcId="{9E062270-9179-4238-BB12-C6A539498646}" destId="{3B7D27AB-2643-4496-B932-ABB764AA3898}" srcOrd="6" destOrd="0" parTransId="{1B6C2C41-E35E-4660-9D72-723E38E7B86D}" sibTransId="{E494C777-DBCA-4943-AFDC-6D389089C78F}"/>
    <dgm:cxn modelId="{E2598623-2104-4EC2-BF8E-4ACF7580A0CA}" srcId="{ADD47AE5-E5E5-49E8-BEF2-2FCEABEAB4B5}" destId="{9E062270-9179-4238-BB12-C6A539498646}" srcOrd="1" destOrd="0" parTransId="{A9A7AEAC-404B-4993-AD6C-B0203C57564F}" sibTransId="{D61A6E8D-E381-4B88-B51A-10D2BCABFD36}"/>
    <dgm:cxn modelId="{BF04F02A-25BF-4780-9937-711D011A411A}" type="presOf" srcId="{B7D06BA5-67FD-48A5-8AAA-0BF4A4269C2E}" destId="{55CF56FD-AF99-428A-9522-D3C400CD2F04}" srcOrd="0" destOrd="4" presId="urn:microsoft.com/office/officeart/2018/5/layout/CenteredIconLabelDescriptionList"/>
    <dgm:cxn modelId="{53D5903D-ADA1-4455-BA81-86FCE422F3B6}" srcId="{ADD47AE5-E5E5-49E8-BEF2-2FCEABEAB4B5}" destId="{D76DBF61-E809-4FBE-91AC-31CD5B65FAE3}" srcOrd="0" destOrd="0" parTransId="{85605EEA-B24B-474A-9CC9-722AD35EEAAB}" sibTransId="{3FF663AA-C6ED-456E-9E20-A4D49037699B}"/>
    <dgm:cxn modelId="{F450EA3E-6646-4F28-9C4B-3B7DA01B37CB}" type="presOf" srcId="{4CE58E89-5B3C-45E4-9E12-CE4E95EF3590}" destId="{55CF56FD-AF99-428A-9522-D3C400CD2F04}" srcOrd="0" destOrd="0" presId="urn:microsoft.com/office/officeart/2018/5/layout/CenteredIconLabelDescriptionList"/>
    <dgm:cxn modelId="{EE46FA41-82FD-4A5E-ADCD-6D20FF9F5966}" type="presOf" srcId="{87F57A0F-C23F-4784-B543-D84B64459A7C}" destId="{55CF56FD-AF99-428A-9522-D3C400CD2F04}" srcOrd="0" destOrd="1" presId="urn:microsoft.com/office/officeart/2018/5/layout/CenteredIconLabelDescriptionList"/>
    <dgm:cxn modelId="{703B9D62-850A-4575-9A8D-DD46A46D75C6}" type="presOf" srcId="{9E062270-9179-4238-BB12-C6A539498646}" destId="{320562D3-1A5C-4AC6-BCA7-54D6ED0AAEB6}" srcOrd="0" destOrd="0" presId="urn:microsoft.com/office/officeart/2018/5/layout/CenteredIconLabelDescriptionList"/>
    <dgm:cxn modelId="{D9BE1543-2217-414F-A839-41EC290E39A6}" type="presOf" srcId="{836A3EB5-326C-40CE-A9C9-0AF505C681F5}" destId="{55CF56FD-AF99-428A-9522-D3C400CD2F04}" srcOrd="0" destOrd="5" presId="urn:microsoft.com/office/officeart/2018/5/layout/CenteredIconLabelDescriptionList"/>
    <dgm:cxn modelId="{96335F43-4F02-489D-8FD1-182C8FCE0396}" srcId="{9E062270-9179-4238-BB12-C6A539498646}" destId="{87F57A0F-C23F-4784-B543-D84B64459A7C}" srcOrd="1" destOrd="0" parTransId="{3AAF425B-CECD-4CCD-8DF1-264CAF778C29}" sibTransId="{CADF49AE-5CAE-4A0E-92B9-94F44530D193}"/>
    <dgm:cxn modelId="{676BA94F-8235-4445-81CC-277792CC9A86}" srcId="{9E062270-9179-4238-BB12-C6A539498646}" destId="{B7D06BA5-67FD-48A5-8AAA-0BF4A4269C2E}" srcOrd="4" destOrd="0" parTransId="{ACAA416E-74B5-4FAB-B219-DA83A93F918F}" sibTransId="{316F76CB-5142-4261-8599-2C64998535C4}"/>
    <dgm:cxn modelId="{3965D370-C6C5-4553-A1F9-39AE1BB88E6C}" type="presOf" srcId="{3B7D27AB-2643-4496-B932-ABB764AA3898}" destId="{55CF56FD-AF99-428A-9522-D3C400CD2F04}" srcOrd="0" destOrd="6" presId="urn:microsoft.com/office/officeart/2018/5/layout/CenteredIconLabelDescriptionList"/>
    <dgm:cxn modelId="{1D7E069D-3CC9-45B9-8D5A-CB2FFAD313E0}" type="presOf" srcId="{E71F6774-BE80-488C-8F9B-1019158CAA09}" destId="{55CF56FD-AF99-428A-9522-D3C400CD2F04}" srcOrd="0" destOrd="2" presId="urn:microsoft.com/office/officeart/2018/5/layout/CenteredIconLabelDescriptionList"/>
    <dgm:cxn modelId="{0E1468A3-C918-40C1-ACFB-3B80E961EAB4}" srcId="{9E062270-9179-4238-BB12-C6A539498646}" destId="{E71F6774-BE80-488C-8F9B-1019158CAA09}" srcOrd="2" destOrd="0" parTransId="{2165B82B-9718-4BD6-B5F9-40A29B6DECF2}" sibTransId="{35130A58-C897-4172-B77F-BAEFA1A66287}"/>
    <dgm:cxn modelId="{6589DDA4-A1A0-4FF7-A1A8-1B70F066F040}" srcId="{9E062270-9179-4238-BB12-C6A539498646}" destId="{968AA2C0-14A2-4E2A-8C69-06C7AF74D4B9}" srcOrd="3" destOrd="0" parTransId="{5C4900BE-601E-404D-94D8-90CF3A07A626}" sibTransId="{C0AE726C-4996-4525-A6C2-B25F3ECEB5FA}"/>
    <dgm:cxn modelId="{693788CD-99D5-4F21-B3E3-6F32E3DD2988}" srcId="{9E062270-9179-4238-BB12-C6A539498646}" destId="{4CE58E89-5B3C-45E4-9E12-CE4E95EF3590}" srcOrd="0" destOrd="0" parTransId="{E67D079C-7068-45C6-954E-D07860D2E40E}" sibTransId="{11BBE28B-CA9E-458B-A99A-05B894B7BB71}"/>
    <dgm:cxn modelId="{8AE638E0-3D47-4EC5-8608-254DB3857CAC}" type="presOf" srcId="{D76DBF61-E809-4FBE-91AC-31CD5B65FAE3}" destId="{38EAB2CD-B34A-4DB4-B1D4-68CD1DD62C82}" srcOrd="0" destOrd="0" presId="urn:microsoft.com/office/officeart/2018/5/layout/CenteredIconLabelDescriptionList"/>
    <dgm:cxn modelId="{4065C5E9-791B-4364-9175-54B266D10E48}" type="presOf" srcId="{ADD47AE5-E5E5-49E8-BEF2-2FCEABEAB4B5}" destId="{3756EC24-B329-4D5F-BA4D-4DDDE167F805}" srcOrd="0" destOrd="0" presId="urn:microsoft.com/office/officeart/2018/5/layout/CenteredIconLabelDescriptionList"/>
    <dgm:cxn modelId="{7D9263FB-B873-4668-BB80-0598C0F63F65}" srcId="{9E062270-9179-4238-BB12-C6A539498646}" destId="{836A3EB5-326C-40CE-A9C9-0AF505C681F5}" srcOrd="5" destOrd="0" parTransId="{CF03764C-2CB4-4D3C-9762-73037E4E8D78}" sibTransId="{6A83CFBB-C55A-4313-B1D3-CF9C21A8EB4E}"/>
    <dgm:cxn modelId="{1FF6DCFC-F322-4413-9F7A-E9004CD4AE4E}" type="presOf" srcId="{968AA2C0-14A2-4E2A-8C69-06C7AF74D4B9}" destId="{55CF56FD-AF99-428A-9522-D3C400CD2F04}" srcOrd="0" destOrd="3" presId="urn:microsoft.com/office/officeart/2018/5/layout/CenteredIconLabelDescriptionList"/>
    <dgm:cxn modelId="{E2065E07-6A33-4154-8A09-B2C1FB97C753}" type="presParOf" srcId="{3756EC24-B329-4D5F-BA4D-4DDDE167F805}" destId="{CA4C7884-81B5-4656-9076-1C19B9F96A50}" srcOrd="0" destOrd="0" presId="urn:microsoft.com/office/officeart/2018/5/layout/CenteredIconLabelDescriptionList"/>
    <dgm:cxn modelId="{5C71460C-490C-4918-A24E-67360644BBD0}" type="presParOf" srcId="{CA4C7884-81B5-4656-9076-1C19B9F96A50}" destId="{5F364A34-1203-4FB2-9FAD-900C9C90B005}" srcOrd="0" destOrd="0" presId="urn:microsoft.com/office/officeart/2018/5/layout/CenteredIconLabelDescriptionList"/>
    <dgm:cxn modelId="{162CBA13-46EF-48CA-BC2D-EFAF37B4D8DB}" type="presParOf" srcId="{CA4C7884-81B5-4656-9076-1C19B9F96A50}" destId="{586573CB-1CE3-4F8A-A1A3-1B0DEA033FC0}" srcOrd="1" destOrd="0" presId="urn:microsoft.com/office/officeart/2018/5/layout/CenteredIconLabelDescriptionList"/>
    <dgm:cxn modelId="{F13D133C-AD5D-48C1-BD3E-D9EAA4E77ABB}" type="presParOf" srcId="{CA4C7884-81B5-4656-9076-1C19B9F96A50}" destId="{38EAB2CD-B34A-4DB4-B1D4-68CD1DD62C82}" srcOrd="2" destOrd="0" presId="urn:microsoft.com/office/officeart/2018/5/layout/CenteredIconLabelDescriptionList"/>
    <dgm:cxn modelId="{3218CF31-7281-4EB7-9FCD-5A5C91571764}" type="presParOf" srcId="{CA4C7884-81B5-4656-9076-1C19B9F96A50}" destId="{34EB3AD0-CE45-4D36-84C1-18079C2483A8}" srcOrd="3" destOrd="0" presId="urn:microsoft.com/office/officeart/2018/5/layout/CenteredIconLabelDescriptionList"/>
    <dgm:cxn modelId="{99098DE3-842D-43E4-8CF6-242081C352A9}" type="presParOf" srcId="{CA4C7884-81B5-4656-9076-1C19B9F96A50}" destId="{E913B4CB-03E1-4001-AF5F-D7008B7FA53A}" srcOrd="4" destOrd="0" presId="urn:microsoft.com/office/officeart/2018/5/layout/CenteredIconLabelDescriptionList"/>
    <dgm:cxn modelId="{AAFE1310-3A63-447D-B9FC-14C1868B1FE0}" type="presParOf" srcId="{3756EC24-B329-4D5F-BA4D-4DDDE167F805}" destId="{3AD326A9-26E6-4078-8D34-251F1847EF71}" srcOrd="1" destOrd="0" presId="urn:microsoft.com/office/officeart/2018/5/layout/CenteredIconLabelDescriptionList"/>
    <dgm:cxn modelId="{F69D33D1-4EF2-4885-B101-F044AFB3B603}" type="presParOf" srcId="{3756EC24-B329-4D5F-BA4D-4DDDE167F805}" destId="{928EF22D-4570-4E4F-AE2C-8EE1E425B215}" srcOrd="2" destOrd="0" presId="urn:microsoft.com/office/officeart/2018/5/layout/CenteredIconLabelDescriptionList"/>
    <dgm:cxn modelId="{85DD955F-98A3-4FE0-A15C-73EFB71A7586}" type="presParOf" srcId="{928EF22D-4570-4E4F-AE2C-8EE1E425B215}" destId="{E2DDD2AC-3263-408C-BAB2-BE94E5E382B6}" srcOrd="0" destOrd="0" presId="urn:microsoft.com/office/officeart/2018/5/layout/CenteredIconLabelDescriptionList"/>
    <dgm:cxn modelId="{984D3DC0-6AFE-4C63-B156-F1F86D4465FD}" type="presParOf" srcId="{928EF22D-4570-4E4F-AE2C-8EE1E425B215}" destId="{718A893C-E97C-41D2-9685-1FA72DB73315}" srcOrd="1" destOrd="0" presId="urn:microsoft.com/office/officeart/2018/5/layout/CenteredIconLabelDescriptionList"/>
    <dgm:cxn modelId="{ADAB678D-CCA9-421E-880A-B9ABBAFFBCCF}" type="presParOf" srcId="{928EF22D-4570-4E4F-AE2C-8EE1E425B215}" destId="{320562D3-1A5C-4AC6-BCA7-54D6ED0AAEB6}" srcOrd="2" destOrd="0" presId="urn:microsoft.com/office/officeart/2018/5/layout/CenteredIconLabelDescriptionList"/>
    <dgm:cxn modelId="{6AF08A49-A730-4CD5-9E6E-0EA9F24E4CF6}" type="presParOf" srcId="{928EF22D-4570-4E4F-AE2C-8EE1E425B215}" destId="{0D6921B7-1F02-4DF4-8ABB-5495D3004A68}" srcOrd="3" destOrd="0" presId="urn:microsoft.com/office/officeart/2018/5/layout/CenteredIconLabelDescriptionList"/>
    <dgm:cxn modelId="{D78CDBBA-2EB7-4087-ADC2-CF8889C7631E}" type="presParOf" srcId="{928EF22D-4570-4E4F-AE2C-8EE1E425B215}" destId="{55CF56FD-AF99-428A-9522-D3C400CD2F0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77421D-DB6D-45A1-8DC2-CA21F71C54A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75ABE50-2E4C-4E66-9504-7AF9FAEB93B2}">
      <dgm:prSet/>
      <dgm:spPr/>
      <dgm:t>
        <a:bodyPr/>
        <a:lstStyle/>
        <a:p>
          <a:r>
            <a:rPr lang="en-US" b="1"/>
            <a:t>Model 1:</a:t>
          </a:r>
          <a:endParaRPr lang="en-US"/>
        </a:p>
      </dgm:t>
    </dgm:pt>
    <dgm:pt modelId="{64871C6E-3DE6-4DC7-8096-D22D9C170E0F}" type="parTrans" cxnId="{D7433435-643E-4080-ABA8-03B8E8947E15}">
      <dgm:prSet/>
      <dgm:spPr/>
      <dgm:t>
        <a:bodyPr/>
        <a:lstStyle/>
        <a:p>
          <a:endParaRPr lang="en-US"/>
        </a:p>
      </dgm:t>
    </dgm:pt>
    <dgm:pt modelId="{FEC38623-8EA2-4B65-821C-F8BE035A9762}" type="sibTrans" cxnId="{D7433435-643E-4080-ABA8-03B8E8947E15}">
      <dgm:prSet/>
      <dgm:spPr/>
      <dgm:t>
        <a:bodyPr/>
        <a:lstStyle/>
        <a:p>
          <a:endParaRPr lang="en-US"/>
        </a:p>
      </dgm:t>
    </dgm:pt>
    <dgm:pt modelId="{96CE950E-814C-42C2-BB48-5BA2A8F9B165}">
      <dgm:prSet/>
      <dgm:spPr/>
      <dgm:t>
        <a:bodyPr/>
        <a:lstStyle/>
        <a:p>
          <a:r>
            <a:rPr lang="en-US"/>
            <a:t>Age-focused </a:t>
          </a:r>
        </a:p>
      </dgm:t>
    </dgm:pt>
    <dgm:pt modelId="{C8941E3B-0693-4E91-ABCD-C3F87A02AA04}" type="parTrans" cxnId="{F28A409E-967B-40C2-B3C9-D87E7F136710}">
      <dgm:prSet/>
      <dgm:spPr/>
      <dgm:t>
        <a:bodyPr/>
        <a:lstStyle/>
        <a:p>
          <a:endParaRPr lang="en-US"/>
        </a:p>
      </dgm:t>
    </dgm:pt>
    <dgm:pt modelId="{1BBDA6F7-F05F-42C6-BD0E-A1E537E188C7}" type="sibTrans" cxnId="{F28A409E-967B-40C2-B3C9-D87E7F136710}">
      <dgm:prSet/>
      <dgm:spPr/>
      <dgm:t>
        <a:bodyPr/>
        <a:lstStyle/>
        <a:p>
          <a:endParaRPr lang="en-US"/>
        </a:p>
      </dgm:t>
    </dgm:pt>
    <dgm:pt modelId="{5814E9DA-63B2-4E11-835E-59D3E23CF913}">
      <dgm:prSet/>
      <dgm:spPr/>
      <dgm:t>
        <a:bodyPr/>
        <a:lstStyle/>
        <a:p>
          <a:r>
            <a:rPr lang="en-US"/>
            <a:t>Formula:</a:t>
          </a:r>
        </a:p>
      </dgm:t>
    </dgm:pt>
    <dgm:pt modelId="{5F800A5D-BE03-4320-8352-A04BCCA9CD79}" type="parTrans" cxnId="{B55BFC80-3411-4C58-80D6-1AE464FF3BB4}">
      <dgm:prSet/>
      <dgm:spPr/>
      <dgm:t>
        <a:bodyPr/>
        <a:lstStyle/>
        <a:p>
          <a:endParaRPr lang="en-US"/>
        </a:p>
      </dgm:t>
    </dgm:pt>
    <dgm:pt modelId="{C41DE4F3-CC14-4915-8DC7-C25BBC3A3237}" type="sibTrans" cxnId="{B55BFC80-3411-4C58-80D6-1AE464FF3BB4}">
      <dgm:prSet/>
      <dgm:spPr/>
      <dgm:t>
        <a:bodyPr/>
        <a:lstStyle/>
        <a:p>
          <a:endParaRPr lang="en-US"/>
        </a:p>
      </dgm:t>
    </dgm:pt>
    <dgm:pt modelId="{E166F441-2605-4384-99FB-A4EA4B95A545}">
      <dgm:prSet/>
      <dgm:spPr/>
      <dgm:t>
        <a:bodyPr/>
        <a:lstStyle/>
        <a:p>
          <a:r>
            <a:rPr lang="en-US"/>
            <a:t>score = 0.6 * age + 0.4 * smoking</a:t>
          </a:r>
        </a:p>
      </dgm:t>
    </dgm:pt>
    <dgm:pt modelId="{F9DA035D-2D8A-46F9-BB45-1941DEEFB6E7}" type="parTrans" cxnId="{6A88C0C4-81EB-47AB-8783-EE48A2CD7D4E}">
      <dgm:prSet/>
      <dgm:spPr/>
      <dgm:t>
        <a:bodyPr/>
        <a:lstStyle/>
        <a:p>
          <a:endParaRPr lang="en-US"/>
        </a:p>
      </dgm:t>
    </dgm:pt>
    <dgm:pt modelId="{66C26B24-C19A-43A3-9933-126A68532F62}" type="sibTrans" cxnId="{6A88C0C4-81EB-47AB-8783-EE48A2CD7D4E}">
      <dgm:prSet/>
      <dgm:spPr/>
      <dgm:t>
        <a:bodyPr/>
        <a:lstStyle/>
        <a:p>
          <a:endParaRPr lang="en-US"/>
        </a:p>
      </dgm:t>
    </dgm:pt>
    <dgm:pt modelId="{0EBBA6A0-E1EF-46EB-8BC1-B09ED85A6F49}">
      <dgm:prSet/>
      <dgm:spPr/>
      <dgm:t>
        <a:bodyPr/>
        <a:lstStyle/>
        <a:p>
          <a:r>
            <a:rPr lang="en-US" b="1"/>
            <a:t>Model 2:</a:t>
          </a:r>
          <a:endParaRPr lang="en-US"/>
        </a:p>
      </dgm:t>
    </dgm:pt>
    <dgm:pt modelId="{86EC91B5-64FB-415D-93E4-BC3118B3C504}" type="parTrans" cxnId="{238D9F39-20D9-4A4F-907B-D432F0ACBFF6}">
      <dgm:prSet/>
      <dgm:spPr/>
      <dgm:t>
        <a:bodyPr/>
        <a:lstStyle/>
        <a:p>
          <a:endParaRPr lang="en-US"/>
        </a:p>
      </dgm:t>
    </dgm:pt>
    <dgm:pt modelId="{6CD6D947-D53D-4D62-AB5A-94C30BD19D17}" type="sibTrans" cxnId="{238D9F39-20D9-4A4F-907B-D432F0ACBFF6}">
      <dgm:prSet/>
      <dgm:spPr/>
      <dgm:t>
        <a:bodyPr/>
        <a:lstStyle/>
        <a:p>
          <a:endParaRPr lang="en-US"/>
        </a:p>
      </dgm:t>
    </dgm:pt>
    <dgm:pt modelId="{EAA8438E-E4BA-486D-84CE-A92EF1846888}">
      <dgm:prSet/>
      <dgm:spPr/>
      <dgm:t>
        <a:bodyPr/>
        <a:lstStyle/>
        <a:p>
          <a:r>
            <a:rPr lang="en-US"/>
            <a:t>Smoking-focused </a:t>
          </a:r>
        </a:p>
      </dgm:t>
    </dgm:pt>
    <dgm:pt modelId="{43182F10-C461-4CF8-BED1-8FBC15B1617F}" type="parTrans" cxnId="{47BADE11-06B9-4AB6-9774-0D03F667F14A}">
      <dgm:prSet/>
      <dgm:spPr/>
      <dgm:t>
        <a:bodyPr/>
        <a:lstStyle/>
        <a:p>
          <a:endParaRPr lang="en-US"/>
        </a:p>
      </dgm:t>
    </dgm:pt>
    <dgm:pt modelId="{6F9C0DAA-8B2C-4EF4-8108-5C68BAC14C57}" type="sibTrans" cxnId="{47BADE11-06B9-4AB6-9774-0D03F667F14A}">
      <dgm:prSet/>
      <dgm:spPr/>
      <dgm:t>
        <a:bodyPr/>
        <a:lstStyle/>
        <a:p>
          <a:endParaRPr lang="en-US"/>
        </a:p>
      </dgm:t>
    </dgm:pt>
    <dgm:pt modelId="{C36C6822-7CDD-4D9A-AEB2-C939C3E0ADD1}">
      <dgm:prSet/>
      <dgm:spPr/>
      <dgm:t>
        <a:bodyPr/>
        <a:lstStyle/>
        <a:p>
          <a:r>
            <a:rPr lang="en-US"/>
            <a:t>Formula:</a:t>
          </a:r>
        </a:p>
      </dgm:t>
    </dgm:pt>
    <dgm:pt modelId="{DC28D6E2-34B3-4E87-966A-41911A23F4DF}" type="parTrans" cxnId="{723DA3C2-4EEF-4936-8C84-6E1E11865BCC}">
      <dgm:prSet/>
      <dgm:spPr/>
      <dgm:t>
        <a:bodyPr/>
        <a:lstStyle/>
        <a:p>
          <a:endParaRPr lang="en-US"/>
        </a:p>
      </dgm:t>
    </dgm:pt>
    <dgm:pt modelId="{99E06F49-7D3D-4B61-BF42-BE890AB52F45}" type="sibTrans" cxnId="{723DA3C2-4EEF-4936-8C84-6E1E11865BCC}">
      <dgm:prSet/>
      <dgm:spPr/>
      <dgm:t>
        <a:bodyPr/>
        <a:lstStyle/>
        <a:p>
          <a:endParaRPr lang="en-US"/>
        </a:p>
      </dgm:t>
    </dgm:pt>
    <dgm:pt modelId="{5F8E8006-9B61-413F-A76F-C0D78C2BA08D}">
      <dgm:prSet/>
      <dgm:spPr/>
      <dgm:t>
        <a:bodyPr/>
        <a:lstStyle/>
        <a:p>
          <a:r>
            <a:rPr lang="en-US"/>
            <a:t>score = 0.4 * age + 0.6 * smoking</a:t>
          </a:r>
        </a:p>
      </dgm:t>
    </dgm:pt>
    <dgm:pt modelId="{34ECB1F0-C4A9-46A5-8F29-422E94D1F439}" type="parTrans" cxnId="{40F54B41-3421-4418-9306-AC6ED8633D6D}">
      <dgm:prSet/>
      <dgm:spPr/>
      <dgm:t>
        <a:bodyPr/>
        <a:lstStyle/>
        <a:p>
          <a:endParaRPr lang="en-US"/>
        </a:p>
      </dgm:t>
    </dgm:pt>
    <dgm:pt modelId="{3B4AE942-8146-459D-BACF-DC0BD9316BAF}" type="sibTrans" cxnId="{40F54B41-3421-4418-9306-AC6ED8633D6D}">
      <dgm:prSet/>
      <dgm:spPr/>
      <dgm:t>
        <a:bodyPr/>
        <a:lstStyle/>
        <a:p>
          <a:endParaRPr lang="en-US"/>
        </a:p>
      </dgm:t>
    </dgm:pt>
    <dgm:pt modelId="{83AF2DA1-A868-4E03-96DD-DF5ED00298B0}" type="pres">
      <dgm:prSet presAssocID="{2277421D-DB6D-45A1-8DC2-CA21F71C54AE}" presName="linear" presStyleCnt="0">
        <dgm:presLayoutVars>
          <dgm:dir/>
          <dgm:animLvl val="lvl"/>
          <dgm:resizeHandles val="exact"/>
        </dgm:presLayoutVars>
      </dgm:prSet>
      <dgm:spPr/>
    </dgm:pt>
    <dgm:pt modelId="{47DDD026-80DB-4B32-A19B-FD1277048BEF}" type="pres">
      <dgm:prSet presAssocID="{275ABE50-2E4C-4E66-9504-7AF9FAEB93B2}" presName="parentLin" presStyleCnt="0"/>
      <dgm:spPr/>
    </dgm:pt>
    <dgm:pt modelId="{B3BC23FD-4352-4EEF-AC26-D178254641FE}" type="pres">
      <dgm:prSet presAssocID="{275ABE50-2E4C-4E66-9504-7AF9FAEB93B2}" presName="parentLeftMargin" presStyleLbl="node1" presStyleIdx="0" presStyleCnt="2"/>
      <dgm:spPr/>
    </dgm:pt>
    <dgm:pt modelId="{C900B23B-2FD1-4A65-AF7D-C0787C792596}" type="pres">
      <dgm:prSet presAssocID="{275ABE50-2E4C-4E66-9504-7AF9FAEB93B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F4A9378-4269-4826-BE18-AA9E52C47D3D}" type="pres">
      <dgm:prSet presAssocID="{275ABE50-2E4C-4E66-9504-7AF9FAEB93B2}" presName="negativeSpace" presStyleCnt="0"/>
      <dgm:spPr/>
    </dgm:pt>
    <dgm:pt modelId="{4FD6422B-F58E-448F-8505-FD7379DB45FE}" type="pres">
      <dgm:prSet presAssocID="{275ABE50-2E4C-4E66-9504-7AF9FAEB93B2}" presName="childText" presStyleLbl="conFgAcc1" presStyleIdx="0" presStyleCnt="2">
        <dgm:presLayoutVars>
          <dgm:bulletEnabled val="1"/>
        </dgm:presLayoutVars>
      </dgm:prSet>
      <dgm:spPr/>
    </dgm:pt>
    <dgm:pt modelId="{1D66343D-3BCF-4BAF-B0FD-EB85787143C7}" type="pres">
      <dgm:prSet presAssocID="{FEC38623-8EA2-4B65-821C-F8BE035A9762}" presName="spaceBetweenRectangles" presStyleCnt="0"/>
      <dgm:spPr/>
    </dgm:pt>
    <dgm:pt modelId="{BF3873E0-3320-4176-9E51-065ABB6BBF1B}" type="pres">
      <dgm:prSet presAssocID="{0EBBA6A0-E1EF-46EB-8BC1-B09ED85A6F49}" presName="parentLin" presStyleCnt="0"/>
      <dgm:spPr/>
    </dgm:pt>
    <dgm:pt modelId="{0CB12D12-2854-49E1-B575-939377A8FB70}" type="pres">
      <dgm:prSet presAssocID="{0EBBA6A0-E1EF-46EB-8BC1-B09ED85A6F49}" presName="parentLeftMargin" presStyleLbl="node1" presStyleIdx="0" presStyleCnt="2"/>
      <dgm:spPr/>
    </dgm:pt>
    <dgm:pt modelId="{1760BFD2-02E7-437B-AC7A-FE9190988BC4}" type="pres">
      <dgm:prSet presAssocID="{0EBBA6A0-E1EF-46EB-8BC1-B09ED85A6F4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9535BFB-A7B5-4EC4-846D-0769BFE30837}" type="pres">
      <dgm:prSet presAssocID="{0EBBA6A0-E1EF-46EB-8BC1-B09ED85A6F49}" presName="negativeSpace" presStyleCnt="0"/>
      <dgm:spPr/>
    </dgm:pt>
    <dgm:pt modelId="{29629675-C6EF-4717-9928-1987E68E2286}" type="pres">
      <dgm:prSet presAssocID="{0EBBA6A0-E1EF-46EB-8BC1-B09ED85A6F4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F1DD401-8C2A-46F0-AFA7-0E80442969CE}" type="presOf" srcId="{5F8E8006-9B61-413F-A76F-C0D78C2BA08D}" destId="{29629675-C6EF-4717-9928-1987E68E2286}" srcOrd="0" destOrd="2" presId="urn:microsoft.com/office/officeart/2005/8/layout/list1"/>
    <dgm:cxn modelId="{47BADE11-06B9-4AB6-9774-0D03F667F14A}" srcId="{0EBBA6A0-E1EF-46EB-8BC1-B09ED85A6F49}" destId="{EAA8438E-E4BA-486D-84CE-A92EF1846888}" srcOrd="0" destOrd="0" parTransId="{43182F10-C461-4CF8-BED1-8FBC15B1617F}" sibTransId="{6F9C0DAA-8B2C-4EF4-8108-5C68BAC14C57}"/>
    <dgm:cxn modelId="{5A60671D-F5BD-4FAD-861A-21B4C4E2D2A6}" type="presOf" srcId="{2277421D-DB6D-45A1-8DC2-CA21F71C54AE}" destId="{83AF2DA1-A868-4E03-96DD-DF5ED00298B0}" srcOrd="0" destOrd="0" presId="urn:microsoft.com/office/officeart/2005/8/layout/list1"/>
    <dgm:cxn modelId="{D7433435-643E-4080-ABA8-03B8E8947E15}" srcId="{2277421D-DB6D-45A1-8DC2-CA21F71C54AE}" destId="{275ABE50-2E4C-4E66-9504-7AF9FAEB93B2}" srcOrd="0" destOrd="0" parTransId="{64871C6E-3DE6-4DC7-8096-D22D9C170E0F}" sibTransId="{FEC38623-8EA2-4B65-821C-F8BE035A9762}"/>
    <dgm:cxn modelId="{238D9F39-20D9-4A4F-907B-D432F0ACBFF6}" srcId="{2277421D-DB6D-45A1-8DC2-CA21F71C54AE}" destId="{0EBBA6A0-E1EF-46EB-8BC1-B09ED85A6F49}" srcOrd="1" destOrd="0" parTransId="{86EC91B5-64FB-415D-93E4-BC3118B3C504}" sibTransId="{6CD6D947-D53D-4D62-AB5A-94C30BD19D17}"/>
    <dgm:cxn modelId="{40F54B41-3421-4418-9306-AC6ED8633D6D}" srcId="{0EBBA6A0-E1EF-46EB-8BC1-B09ED85A6F49}" destId="{5F8E8006-9B61-413F-A76F-C0D78C2BA08D}" srcOrd="2" destOrd="0" parTransId="{34ECB1F0-C4A9-46A5-8F29-422E94D1F439}" sibTransId="{3B4AE942-8146-459D-BACF-DC0BD9316BAF}"/>
    <dgm:cxn modelId="{6EA10946-A2B7-4062-AE29-DF9B4489EC64}" type="presOf" srcId="{5814E9DA-63B2-4E11-835E-59D3E23CF913}" destId="{4FD6422B-F58E-448F-8505-FD7379DB45FE}" srcOrd="0" destOrd="1" presId="urn:microsoft.com/office/officeart/2005/8/layout/list1"/>
    <dgm:cxn modelId="{68A1CA48-AF3F-469D-B38B-9B095FE6C4B5}" type="presOf" srcId="{275ABE50-2E4C-4E66-9504-7AF9FAEB93B2}" destId="{B3BC23FD-4352-4EEF-AC26-D178254641FE}" srcOrd="0" destOrd="0" presId="urn:microsoft.com/office/officeart/2005/8/layout/list1"/>
    <dgm:cxn modelId="{5B91106C-7535-4C8F-BAA3-8D0E48029F2D}" type="presOf" srcId="{0EBBA6A0-E1EF-46EB-8BC1-B09ED85A6F49}" destId="{0CB12D12-2854-49E1-B575-939377A8FB70}" srcOrd="0" destOrd="0" presId="urn:microsoft.com/office/officeart/2005/8/layout/list1"/>
    <dgm:cxn modelId="{6AF99B55-5155-453C-B207-B3D56DCA39AB}" type="presOf" srcId="{0EBBA6A0-E1EF-46EB-8BC1-B09ED85A6F49}" destId="{1760BFD2-02E7-437B-AC7A-FE9190988BC4}" srcOrd="1" destOrd="0" presId="urn:microsoft.com/office/officeart/2005/8/layout/list1"/>
    <dgm:cxn modelId="{B55BFC80-3411-4C58-80D6-1AE464FF3BB4}" srcId="{275ABE50-2E4C-4E66-9504-7AF9FAEB93B2}" destId="{5814E9DA-63B2-4E11-835E-59D3E23CF913}" srcOrd="1" destOrd="0" parTransId="{5F800A5D-BE03-4320-8352-A04BCCA9CD79}" sibTransId="{C41DE4F3-CC14-4915-8DC7-C25BBC3A3237}"/>
    <dgm:cxn modelId="{ED964688-30CD-432D-B42C-0F20111ED2BC}" type="presOf" srcId="{E166F441-2605-4384-99FB-A4EA4B95A545}" destId="{4FD6422B-F58E-448F-8505-FD7379DB45FE}" srcOrd="0" destOrd="2" presId="urn:microsoft.com/office/officeart/2005/8/layout/list1"/>
    <dgm:cxn modelId="{3E545788-63CA-4413-9FA0-3F2BB47B6567}" type="presOf" srcId="{EAA8438E-E4BA-486D-84CE-A92EF1846888}" destId="{29629675-C6EF-4717-9928-1987E68E2286}" srcOrd="0" destOrd="0" presId="urn:microsoft.com/office/officeart/2005/8/layout/list1"/>
    <dgm:cxn modelId="{F28A409E-967B-40C2-B3C9-D87E7F136710}" srcId="{275ABE50-2E4C-4E66-9504-7AF9FAEB93B2}" destId="{96CE950E-814C-42C2-BB48-5BA2A8F9B165}" srcOrd="0" destOrd="0" parTransId="{C8941E3B-0693-4E91-ABCD-C3F87A02AA04}" sibTransId="{1BBDA6F7-F05F-42C6-BD0E-A1E537E188C7}"/>
    <dgm:cxn modelId="{723DA3C2-4EEF-4936-8C84-6E1E11865BCC}" srcId="{0EBBA6A0-E1EF-46EB-8BC1-B09ED85A6F49}" destId="{C36C6822-7CDD-4D9A-AEB2-C939C3E0ADD1}" srcOrd="1" destOrd="0" parTransId="{DC28D6E2-34B3-4E87-966A-41911A23F4DF}" sibTransId="{99E06F49-7D3D-4B61-BF42-BE890AB52F45}"/>
    <dgm:cxn modelId="{6A88C0C4-81EB-47AB-8783-EE48A2CD7D4E}" srcId="{275ABE50-2E4C-4E66-9504-7AF9FAEB93B2}" destId="{E166F441-2605-4384-99FB-A4EA4B95A545}" srcOrd="2" destOrd="0" parTransId="{F9DA035D-2D8A-46F9-BB45-1941DEEFB6E7}" sibTransId="{66C26B24-C19A-43A3-9933-126A68532F62}"/>
    <dgm:cxn modelId="{08A701C6-6016-4D3B-8A58-9790C97166FA}" type="presOf" srcId="{275ABE50-2E4C-4E66-9504-7AF9FAEB93B2}" destId="{C900B23B-2FD1-4A65-AF7D-C0787C792596}" srcOrd="1" destOrd="0" presId="urn:microsoft.com/office/officeart/2005/8/layout/list1"/>
    <dgm:cxn modelId="{722ED6E3-C7FE-419E-B41E-CF120008D3D0}" type="presOf" srcId="{96CE950E-814C-42C2-BB48-5BA2A8F9B165}" destId="{4FD6422B-F58E-448F-8505-FD7379DB45FE}" srcOrd="0" destOrd="0" presId="urn:microsoft.com/office/officeart/2005/8/layout/list1"/>
    <dgm:cxn modelId="{488837E9-D9B6-4FC3-9226-A3C558BB8A33}" type="presOf" srcId="{C36C6822-7CDD-4D9A-AEB2-C939C3E0ADD1}" destId="{29629675-C6EF-4717-9928-1987E68E2286}" srcOrd="0" destOrd="1" presId="urn:microsoft.com/office/officeart/2005/8/layout/list1"/>
    <dgm:cxn modelId="{92179C32-59B4-4A00-B1E0-666250783533}" type="presParOf" srcId="{83AF2DA1-A868-4E03-96DD-DF5ED00298B0}" destId="{47DDD026-80DB-4B32-A19B-FD1277048BEF}" srcOrd="0" destOrd="0" presId="urn:microsoft.com/office/officeart/2005/8/layout/list1"/>
    <dgm:cxn modelId="{2E9989E6-DA34-4AF8-91CB-088E8D25FB2F}" type="presParOf" srcId="{47DDD026-80DB-4B32-A19B-FD1277048BEF}" destId="{B3BC23FD-4352-4EEF-AC26-D178254641FE}" srcOrd="0" destOrd="0" presId="urn:microsoft.com/office/officeart/2005/8/layout/list1"/>
    <dgm:cxn modelId="{9CE8A37B-C1DC-4FA7-ABEB-5CF745468FBD}" type="presParOf" srcId="{47DDD026-80DB-4B32-A19B-FD1277048BEF}" destId="{C900B23B-2FD1-4A65-AF7D-C0787C792596}" srcOrd="1" destOrd="0" presId="urn:microsoft.com/office/officeart/2005/8/layout/list1"/>
    <dgm:cxn modelId="{CAAFB18D-D478-46C7-B894-91B4C9FAEAA5}" type="presParOf" srcId="{83AF2DA1-A868-4E03-96DD-DF5ED00298B0}" destId="{EF4A9378-4269-4826-BE18-AA9E52C47D3D}" srcOrd="1" destOrd="0" presId="urn:microsoft.com/office/officeart/2005/8/layout/list1"/>
    <dgm:cxn modelId="{FB3F50CD-E425-43BD-8E04-AFE44A9E4120}" type="presParOf" srcId="{83AF2DA1-A868-4E03-96DD-DF5ED00298B0}" destId="{4FD6422B-F58E-448F-8505-FD7379DB45FE}" srcOrd="2" destOrd="0" presId="urn:microsoft.com/office/officeart/2005/8/layout/list1"/>
    <dgm:cxn modelId="{97700972-EE23-444A-B40E-E91FB9BC0F02}" type="presParOf" srcId="{83AF2DA1-A868-4E03-96DD-DF5ED00298B0}" destId="{1D66343D-3BCF-4BAF-B0FD-EB85787143C7}" srcOrd="3" destOrd="0" presId="urn:microsoft.com/office/officeart/2005/8/layout/list1"/>
    <dgm:cxn modelId="{7E642A7E-AE03-4E5C-A1BF-A963AB7F4D75}" type="presParOf" srcId="{83AF2DA1-A868-4E03-96DD-DF5ED00298B0}" destId="{BF3873E0-3320-4176-9E51-065ABB6BBF1B}" srcOrd="4" destOrd="0" presId="urn:microsoft.com/office/officeart/2005/8/layout/list1"/>
    <dgm:cxn modelId="{30FA9E2C-97DA-4270-8420-EA9F30AF67FF}" type="presParOf" srcId="{BF3873E0-3320-4176-9E51-065ABB6BBF1B}" destId="{0CB12D12-2854-49E1-B575-939377A8FB70}" srcOrd="0" destOrd="0" presId="urn:microsoft.com/office/officeart/2005/8/layout/list1"/>
    <dgm:cxn modelId="{B79F6C74-74C8-477F-9EB2-8530BB8F568F}" type="presParOf" srcId="{BF3873E0-3320-4176-9E51-065ABB6BBF1B}" destId="{1760BFD2-02E7-437B-AC7A-FE9190988BC4}" srcOrd="1" destOrd="0" presId="urn:microsoft.com/office/officeart/2005/8/layout/list1"/>
    <dgm:cxn modelId="{9DC5A833-1248-4A61-BFF6-6404D5E4AF5E}" type="presParOf" srcId="{83AF2DA1-A868-4E03-96DD-DF5ED00298B0}" destId="{79535BFB-A7B5-4EC4-846D-0769BFE30837}" srcOrd="5" destOrd="0" presId="urn:microsoft.com/office/officeart/2005/8/layout/list1"/>
    <dgm:cxn modelId="{A5E6961D-44F6-49E2-BCA7-4B53055166B6}" type="presParOf" srcId="{83AF2DA1-A868-4E03-96DD-DF5ED00298B0}" destId="{29629675-C6EF-4717-9928-1987E68E228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2026FBD-D971-4675-82FE-5D6779FB6F09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0736922-CC24-4142-B591-38916074A7FF}">
      <dgm:prSet/>
      <dgm:spPr/>
      <dgm:t>
        <a:bodyPr/>
        <a:lstStyle/>
        <a:p>
          <a:pPr>
            <a:defRPr b="1"/>
          </a:pPr>
          <a:r>
            <a:rPr lang="en-GB"/>
            <a:t>Visual Studio Code </a:t>
          </a:r>
          <a:endParaRPr lang="en-US"/>
        </a:p>
      </dgm:t>
    </dgm:pt>
    <dgm:pt modelId="{43A47099-8681-4F46-8A43-F6DDDA125444}" type="parTrans" cxnId="{7C250F5F-9CF4-4370-9F08-9C1A99781B97}">
      <dgm:prSet/>
      <dgm:spPr/>
      <dgm:t>
        <a:bodyPr/>
        <a:lstStyle/>
        <a:p>
          <a:endParaRPr lang="en-US"/>
        </a:p>
      </dgm:t>
    </dgm:pt>
    <dgm:pt modelId="{99172C19-95D1-4114-A228-663577D3DB08}" type="sibTrans" cxnId="{7C250F5F-9CF4-4370-9F08-9C1A99781B97}">
      <dgm:prSet/>
      <dgm:spPr/>
      <dgm:t>
        <a:bodyPr/>
        <a:lstStyle/>
        <a:p>
          <a:endParaRPr lang="en-US"/>
        </a:p>
      </dgm:t>
    </dgm:pt>
    <dgm:pt modelId="{AF4072F1-8EB6-4378-8DEF-A85649460FEA}">
      <dgm:prSet/>
      <dgm:spPr/>
      <dgm:t>
        <a:bodyPr/>
        <a:lstStyle/>
        <a:p>
          <a:pPr>
            <a:defRPr b="1"/>
          </a:pPr>
          <a:r>
            <a:rPr lang="en-GB"/>
            <a:t>GitHub </a:t>
          </a:r>
          <a:endParaRPr lang="en-US"/>
        </a:p>
      </dgm:t>
    </dgm:pt>
    <dgm:pt modelId="{E36862F7-1655-4C72-8B39-8FEED351A79D}" type="parTrans" cxnId="{C9325EB0-CBB8-42AC-9663-E6CA7DFD47AD}">
      <dgm:prSet/>
      <dgm:spPr/>
      <dgm:t>
        <a:bodyPr/>
        <a:lstStyle/>
        <a:p>
          <a:endParaRPr lang="en-US"/>
        </a:p>
      </dgm:t>
    </dgm:pt>
    <dgm:pt modelId="{D95B9641-8392-4B04-B04F-B04178637ED7}" type="sibTrans" cxnId="{C9325EB0-CBB8-42AC-9663-E6CA7DFD47AD}">
      <dgm:prSet/>
      <dgm:spPr/>
      <dgm:t>
        <a:bodyPr/>
        <a:lstStyle/>
        <a:p>
          <a:endParaRPr lang="en-US"/>
        </a:p>
      </dgm:t>
    </dgm:pt>
    <dgm:pt modelId="{265D2652-E88A-44FF-B79C-C9BAB6268EDD}">
      <dgm:prSet/>
      <dgm:spPr/>
      <dgm:t>
        <a:bodyPr/>
        <a:lstStyle/>
        <a:p>
          <a:pPr>
            <a:defRPr b="1"/>
          </a:pPr>
          <a:r>
            <a:rPr lang="en-GB"/>
            <a:t>Python Libraries </a:t>
          </a:r>
          <a:endParaRPr lang="en-US"/>
        </a:p>
      </dgm:t>
    </dgm:pt>
    <dgm:pt modelId="{DA614CC6-9BED-44E1-87A8-154B5D833F89}" type="parTrans" cxnId="{0E8A240D-8B84-46BF-8189-525EFF276247}">
      <dgm:prSet/>
      <dgm:spPr/>
      <dgm:t>
        <a:bodyPr/>
        <a:lstStyle/>
        <a:p>
          <a:endParaRPr lang="en-US"/>
        </a:p>
      </dgm:t>
    </dgm:pt>
    <dgm:pt modelId="{D1668ADA-F67B-4280-AB4D-F70B6CF26FE0}" type="sibTrans" cxnId="{0E8A240D-8B84-46BF-8189-525EFF276247}">
      <dgm:prSet/>
      <dgm:spPr/>
      <dgm:t>
        <a:bodyPr/>
        <a:lstStyle/>
        <a:p>
          <a:endParaRPr lang="en-US"/>
        </a:p>
      </dgm:t>
    </dgm:pt>
    <dgm:pt modelId="{B6C7DEA1-1D53-4458-B9F5-F5498B3D3385}">
      <dgm:prSet/>
      <dgm:spPr/>
      <dgm:t>
        <a:bodyPr/>
        <a:lstStyle/>
        <a:p>
          <a:pPr>
            <a:defRPr b="1"/>
          </a:pPr>
          <a:r>
            <a:rPr lang="en-GB"/>
            <a:t>Streamlit Charts </a:t>
          </a:r>
          <a:endParaRPr lang="en-US"/>
        </a:p>
      </dgm:t>
    </dgm:pt>
    <dgm:pt modelId="{752B1030-ABC4-4BBD-A2C3-A70A4ABE9E43}" type="parTrans" cxnId="{6D86A2F0-8A21-4FFA-A5A5-A68F52DCEABD}">
      <dgm:prSet/>
      <dgm:spPr/>
      <dgm:t>
        <a:bodyPr/>
        <a:lstStyle/>
        <a:p>
          <a:endParaRPr lang="en-US"/>
        </a:p>
      </dgm:t>
    </dgm:pt>
    <dgm:pt modelId="{457C1CA5-2C85-4DEF-A273-60F144317448}" type="sibTrans" cxnId="{6D86A2F0-8A21-4FFA-A5A5-A68F52DCEABD}">
      <dgm:prSet/>
      <dgm:spPr/>
      <dgm:t>
        <a:bodyPr/>
        <a:lstStyle/>
        <a:p>
          <a:endParaRPr lang="en-US"/>
        </a:p>
      </dgm:t>
    </dgm:pt>
    <dgm:pt modelId="{E45236C6-E314-4D64-81FA-23A67D634CB6}">
      <dgm:prSet/>
      <dgm:spPr/>
      <dgm:t>
        <a:bodyPr/>
        <a:lstStyle/>
        <a:p>
          <a:pPr>
            <a:defRPr b="1"/>
          </a:pPr>
          <a:r>
            <a:rPr lang="en-GB" b="1"/>
            <a:t>Why used:</a:t>
          </a:r>
          <a:endParaRPr lang="en-US"/>
        </a:p>
      </dgm:t>
    </dgm:pt>
    <dgm:pt modelId="{9AB667E7-B9B9-481B-BE09-CAD39AA68198}" type="parTrans" cxnId="{14184204-496D-4FAB-AD8C-C83F9FC532AA}">
      <dgm:prSet/>
      <dgm:spPr/>
      <dgm:t>
        <a:bodyPr/>
        <a:lstStyle/>
        <a:p>
          <a:endParaRPr lang="en-US"/>
        </a:p>
      </dgm:t>
    </dgm:pt>
    <dgm:pt modelId="{126B5864-F9AD-4394-981D-6B86AA83A2F9}" type="sibTrans" cxnId="{14184204-496D-4FAB-AD8C-C83F9FC532AA}">
      <dgm:prSet/>
      <dgm:spPr/>
      <dgm:t>
        <a:bodyPr/>
        <a:lstStyle/>
        <a:p>
          <a:endParaRPr lang="en-US"/>
        </a:p>
      </dgm:t>
    </dgm:pt>
    <dgm:pt modelId="{2CD16F28-8DB9-4CA8-8B67-89381920B52F}">
      <dgm:prSet/>
      <dgm:spPr/>
      <dgm:t>
        <a:bodyPr/>
        <a:lstStyle/>
        <a:p>
          <a:r>
            <a:rPr lang="en-GB"/>
            <a:t>Easy development </a:t>
          </a:r>
          <a:endParaRPr lang="en-US"/>
        </a:p>
      </dgm:t>
    </dgm:pt>
    <dgm:pt modelId="{57E3232D-5085-4EA3-80D4-DD6FD87B6025}" type="parTrans" cxnId="{FC89AB0D-F33F-482F-B6C0-10350BD6E01C}">
      <dgm:prSet/>
      <dgm:spPr/>
      <dgm:t>
        <a:bodyPr/>
        <a:lstStyle/>
        <a:p>
          <a:endParaRPr lang="en-US"/>
        </a:p>
      </dgm:t>
    </dgm:pt>
    <dgm:pt modelId="{6023CC1D-2BAA-4840-ABEB-B6DCFD1E0F48}" type="sibTrans" cxnId="{FC89AB0D-F33F-482F-B6C0-10350BD6E01C}">
      <dgm:prSet/>
      <dgm:spPr/>
      <dgm:t>
        <a:bodyPr/>
        <a:lstStyle/>
        <a:p>
          <a:endParaRPr lang="en-US"/>
        </a:p>
      </dgm:t>
    </dgm:pt>
    <dgm:pt modelId="{57D18D04-1CAD-4501-B332-DB5205208A34}">
      <dgm:prSet/>
      <dgm:spPr/>
      <dgm:t>
        <a:bodyPr/>
        <a:lstStyle/>
        <a:p>
          <a:r>
            <a:rPr lang="en-GB"/>
            <a:t>Fast prototyping </a:t>
          </a:r>
          <a:endParaRPr lang="en-US"/>
        </a:p>
      </dgm:t>
    </dgm:pt>
    <dgm:pt modelId="{7E47F149-D1C7-473E-8FF9-DB812D220266}" type="parTrans" cxnId="{53E22507-4EB1-41D4-851A-74030145C58D}">
      <dgm:prSet/>
      <dgm:spPr/>
      <dgm:t>
        <a:bodyPr/>
        <a:lstStyle/>
        <a:p>
          <a:endParaRPr lang="en-US"/>
        </a:p>
      </dgm:t>
    </dgm:pt>
    <dgm:pt modelId="{746674A8-ADAA-4790-8BC9-A2D76C8F1FE7}" type="sibTrans" cxnId="{53E22507-4EB1-41D4-851A-74030145C58D}">
      <dgm:prSet/>
      <dgm:spPr/>
      <dgm:t>
        <a:bodyPr/>
        <a:lstStyle/>
        <a:p>
          <a:endParaRPr lang="en-US"/>
        </a:p>
      </dgm:t>
    </dgm:pt>
    <dgm:pt modelId="{376C3315-B214-4B7D-8BC1-A415A0471740}">
      <dgm:prSet/>
      <dgm:spPr/>
      <dgm:t>
        <a:bodyPr/>
        <a:lstStyle/>
        <a:p>
          <a:r>
            <a:rPr lang="en-GB"/>
            <a:t>Interactive UI </a:t>
          </a:r>
          <a:endParaRPr lang="en-US"/>
        </a:p>
      </dgm:t>
    </dgm:pt>
    <dgm:pt modelId="{31F0F5D2-1750-4F2A-988F-318B4D8B5892}" type="parTrans" cxnId="{8FC18A74-987E-41FE-972A-CB018290DF99}">
      <dgm:prSet/>
      <dgm:spPr/>
      <dgm:t>
        <a:bodyPr/>
        <a:lstStyle/>
        <a:p>
          <a:endParaRPr lang="en-US"/>
        </a:p>
      </dgm:t>
    </dgm:pt>
    <dgm:pt modelId="{AEE694E0-75B5-436F-8641-FCD7D8387812}" type="sibTrans" cxnId="{8FC18A74-987E-41FE-972A-CB018290DF99}">
      <dgm:prSet/>
      <dgm:spPr/>
      <dgm:t>
        <a:bodyPr/>
        <a:lstStyle/>
        <a:p>
          <a:endParaRPr lang="en-US"/>
        </a:p>
      </dgm:t>
    </dgm:pt>
    <dgm:pt modelId="{D11B9370-AE34-4943-A7F5-2F68733D258A}" type="pres">
      <dgm:prSet presAssocID="{02026FBD-D971-4675-82FE-5D6779FB6F09}" presName="root" presStyleCnt="0">
        <dgm:presLayoutVars>
          <dgm:dir/>
          <dgm:resizeHandles val="exact"/>
        </dgm:presLayoutVars>
      </dgm:prSet>
      <dgm:spPr/>
    </dgm:pt>
    <dgm:pt modelId="{340D0C63-17AE-4304-8378-082A63D1D78D}" type="pres">
      <dgm:prSet presAssocID="{20736922-CC24-4142-B591-38916074A7FF}" presName="compNode" presStyleCnt="0"/>
      <dgm:spPr/>
    </dgm:pt>
    <dgm:pt modelId="{06D77704-DE8D-42A8-BE6F-B615B2890CAF}" type="pres">
      <dgm:prSet presAssocID="{20736922-CC24-4142-B591-38916074A7F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13CDD087-BC44-418A-8784-148640D379C0}" type="pres">
      <dgm:prSet presAssocID="{20736922-CC24-4142-B591-38916074A7FF}" presName="iconSpace" presStyleCnt="0"/>
      <dgm:spPr/>
    </dgm:pt>
    <dgm:pt modelId="{AEA1543D-B223-4612-A166-1D63EAC2ED80}" type="pres">
      <dgm:prSet presAssocID="{20736922-CC24-4142-B591-38916074A7FF}" presName="parTx" presStyleLbl="revTx" presStyleIdx="0" presStyleCnt="10">
        <dgm:presLayoutVars>
          <dgm:chMax val="0"/>
          <dgm:chPref val="0"/>
        </dgm:presLayoutVars>
      </dgm:prSet>
      <dgm:spPr/>
    </dgm:pt>
    <dgm:pt modelId="{AF7E95A7-EE71-489A-8E71-2CBA2E8B3881}" type="pres">
      <dgm:prSet presAssocID="{20736922-CC24-4142-B591-38916074A7FF}" presName="txSpace" presStyleCnt="0"/>
      <dgm:spPr/>
    </dgm:pt>
    <dgm:pt modelId="{C28FF440-2D22-4573-B8C2-FC76560C5662}" type="pres">
      <dgm:prSet presAssocID="{20736922-CC24-4142-B591-38916074A7FF}" presName="desTx" presStyleLbl="revTx" presStyleIdx="1" presStyleCnt="10">
        <dgm:presLayoutVars/>
      </dgm:prSet>
      <dgm:spPr/>
    </dgm:pt>
    <dgm:pt modelId="{DE347D4A-555D-480C-9759-0FFE40380049}" type="pres">
      <dgm:prSet presAssocID="{99172C19-95D1-4114-A228-663577D3DB08}" presName="sibTrans" presStyleCnt="0"/>
      <dgm:spPr/>
    </dgm:pt>
    <dgm:pt modelId="{A767A370-948C-4500-A8A4-9C6083E1BDF7}" type="pres">
      <dgm:prSet presAssocID="{AF4072F1-8EB6-4378-8DEF-A85649460FEA}" presName="compNode" presStyleCnt="0"/>
      <dgm:spPr/>
    </dgm:pt>
    <dgm:pt modelId="{C30F0214-B75B-4C1C-A1D0-9F76B500682B}" type="pres">
      <dgm:prSet presAssocID="{AF4072F1-8EB6-4378-8DEF-A85649460FE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nagement"/>
        </a:ext>
      </dgm:extLst>
    </dgm:pt>
    <dgm:pt modelId="{F2FAAE2D-5B37-47CE-8032-47E37B252A97}" type="pres">
      <dgm:prSet presAssocID="{AF4072F1-8EB6-4378-8DEF-A85649460FEA}" presName="iconSpace" presStyleCnt="0"/>
      <dgm:spPr/>
    </dgm:pt>
    <dgm:pt modelId="{0568CC00-B605-4D18-AC3B-5A12664C5023}" type="pres">
      <dgm:prSet presAssocID="{AF4072F1-8EB6-4378-8DEF-A85649460FEA}" presName="parTx" presStyleLbl="revTx" presStyleIdx="2" presStyleCnt="10">
        <dgm:presLayoutVars>
          <dgm:chMax val="0"/>
          <dgm:chPref val="0"/>
        </dgm:presLayoutVars>
      </dgm:prSet>
      <dgm:spPr/>
    </dgm:pt>
    <dgm:pt modelId="{602168AC-5697-45BF-852F-069709B1DB7A}" type="pres">
      <dgm:prSet presAssocID="{AF4072F1-8EB6-4378-8DEF-A85649460FEA}" presName="txSpace" presStyleCnt="0"/>
      <dgm:spPr/>
    </dgm:pt>
    <dgm:pt modelId="{96E89157-6815-44B5-9EC5-CD3F04803EB4}" type="pres">
      <dgm:prSet presAssocID="{AF4072F1-8EB6-4378-8DEF-A85649460FEA}" presName="desTx" presStyleLbl="revTx" presStyleIdx="3" presStyleCnt="10">
        <dgm:presLayoutVars/>
      </dgm:prSet>
      <dgm:spPr/>
    </dgm:pt>
    <dgm:pt modelId="{3CFAD3B2-B7FC-4CB4-A086-8BA063FE9489}" type="pres">
      <dgm:prSet presAssocID="{D95B9641-8392-4B04-B04F-B04178637ED7}" presName="sibTrans" presStyleCnt="0"/>
      <dgm:spPr/>
    </dgm:pt>
    <dgm:pt modelId="{4E90FC5B-7DDE-43FC-A28D-8C40EE2C3C33}" type="pres">
      <dgm:prSet presAssocID="{265D2652-E88A-44FF-B79C-C9BAB6268EDD}" presName="compNode" presStyleCnt="0"/>
      <dgm:spPr/>
    </dgm:pt>
    <dgm:pt modelId="{B5E1D128-66A4-4648-A1A5-61EBF3C330F2}" type="pres">
      <dgm:prSet presAssocID="{265D2652-E88A-44FF-B79C-C9BAB6268ED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77D9E1D7-8EC8-46B3-ABD8-D5CEF1392FB0}" type="pres">
      <dgm:prSet presAssocID="{265D2652-E88A-44FF-B79C-C9BAB6268EDD}" presName="iconSpace" presStyleCnt="0"/>
      <dgm:spPr/>
    </dgm:pt>
    <dgm:pt modelId="{D494D2B9-C403-496B-B14C-8C03A70E6653}" type="pres">
      <dgm:prSet presAssocID="{265D2652-E88A-44FF-B79C-C9BAB6268EDD}" presName="parTx" presStyleLbl="revTx" presStyleIdx="4" presStyleCnt="10">
        <dgm:presLayoutVars>
          <dgm:chMax val="0"/>
          <dgm:chPref val="0"/>
        </dgm:presLayoutVars>
      </dgm:prSet>
      <dgm:spPr/>
    </dgm:pt>
    <dgm:pt modelId="{52F6F231-0820-4364-961D-BC3C57E19B21}" type="pres">
      <dgm:prSet presAssocID="{265D2652-E88A-44FF-B79C-C9BAB6268EDD}" presName="txSpace" presStyleCnt="0"/>
      <dgm:spPr/>
    </dgm:pt>
    <dgm:pt modelId="{44B05A38-C418-467B-908C-5AE376A41A20}" type="pres">
      <dgm:prSet presAssocID="{265D2652-E88A-44FF-B79C-C9BAB6268EDD}" presName="desTx" presStyleLbl="revTx" presStyleIdx="5" presStyleCnt="10">
        <dgm:presLayoutVars/>
      </dgm:prSet>
      <dgm:spPr/>
    </dgm:pt>
    <dgm:pt modelId="{DF8CBBAD-5E41-43CE-8100-66E6504B1D5F}" type="pres">
      <dgm:prSet presAssocID="{D1668ADA-F67B-4280-AB4D-F70B6CF26FE0}" presName="sibTrans" presStyleCnt="0"/>
      <dgm:spPr/>
    </dgm:pt>
    <dgm:pt modelId="{2D56723F-09DD-4316-B38C-6A05992AA3CA}" type="pres">
      <dgm:prSet presAssocID="{B6C7DEA1-1D53-4458-B9F5-F5498B3D3385}" presName="compNode" presStyleCnt="0"/>
      <dgm:spPr/>
    </dgm:pt>
    <dgm:pt modelId="{22F14E29-312D-41BB-980A-D5EDF342F6B0}" type="pres">
      <dgm:prSet presAssocID="{B6C7DEA1-1D53-4458-B9F5-F5498B3D338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4E567AD-F55A-4DF4-AE3E-6580EF53329D}" type="pres">
      <dgm:prSet presAssocID="{B6C7DEA1-1D53-4458-B9F5-F5498B3D3385}" presName="iconSpace" presStyleCnt="0"/>
      <dgm:spPr/>
    </dgm:pt>
    <dgm:pt modelId="{E57B23E2-66B0-4A87-B24C-D9D3BBF48C20}" type="pres">
      <dgm:prSet presAssocID="{B6C7DEA1-1D53-4458-B9F5-F5498B3D3385}" presName="parTx" presStyleLbl="revTx" presStyleIdx="6" presStyleCnt="10">
        <dgm:presLayoutVars>
          <dgm:chMax val="0"/>
          <dgm:chPref val="0"/>
        </dgm:presLayoutVars>
      </dgm:prSet>
      <dgm:spPr/>
    </dgm:pt>
    <dgm:pt modelId="{95F9BFB8-A3FB-4F1D-B3D3-5775B6E1E5F8}" type="pres">
      <dgm:prSet presAssocID="{B6C7DEA1-1D53-4458-B9F5-F5498B3D3385}" presName="txSpace" presStyleCnt="0"/>
      <dgm:spPr/>
    </dgm:pt>
    <dgm:pt modelId="{B4998C27-E29A-4B25-8EF7-DC08D4A7FA29}" type="pres">
      <dgm:prSet presAssocID="{B6C7DEA1-1D53-4458-B9F5-F5498B3D3385}" presName="desTx" presStyleLbl="revTx" presStyleIdx="7" presStyleCnt="10">
        <dgm:presLayoutVars/>
      </dgm:prSet>
      <dgm:spPr/>
    </dgm:pt>
    <dgm:pt modelId="{8F00B6DB-6DE7-4C2F-AB55-A04539BEBB20}" type="pres">
      <dgm:prSet presAssocID="{457C1CA5-2C85-4DEF-A273-60F144317448}" presName="sibTrans" presStyleCnt="0"/>
      <dgm:spPr/>
    </dgm:pt>
    <dgm:pt modelId="{0375828C-F9DF-4950-89A8-961472476A2E}" type="pres">
      <dgm:prSet presAssocID="{E45236C6-E314-4D64-81FA-23A67D634CB6}" presName="compNode" presStyleCnt="0"/>
      <dgm:spPr/>
    </dgm:pt>
    <dgm:pt modelId="{844C723F-05D8-4F35-8C4B-58CACB2E7F56}" type="pres">
      <dgm:prSet presAssocID="{E45236C6-E314-4D64-81FA-23A67D634CB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4A1E982-D4D4-4304-8556-15108367C99C}" type="pres">
      <dgm:prSet presAssocID="{E45236C6-E314-4D64-81FA-23A67D634CB6}" presName="iconSpace" presStyleCnt="0"/>
      <dgm:spPr/>
    </dgm:pt>
    <dgm:pt modelId="{23452698-1482-45B5-BA16-633AEE91778C}" type="pres">
      <dgm:prSet presAssocID="{E45236C6-E314-4D64-81FA-23A67D634CB6}" presName="parTx" presStyleLbl="revTx" presStyleIdx="8" presStyleCnt="10">
        <dgm:presLayoutVars>
          <dgm:chMax val="0"/>
          <dgm:chPref val="0"/>
        </dgm:presLayoutVars>
      </dgm:prSet>
      <dgm:spPr/>
    </dgm:pt>
    <dgm:pt modelId="{49154520-E778-4839-9800-1525B9558BA1}" type="pres">
      <dgm:prSet presAssocID="{E45236C6-E314-4D64-81FA-23A67D634CB6}" presName="txSpace" presStyleCnt="0"/>
      <dgm:spPr/>
    </dgm:pt>
    <dgm:pt modelId="{4AD92446-70F9-484A-B6FB-BFB78F5A5FBE}" type="pres">
      <dgm:prSet presAssocID="{E45236C6-E314-4D64-81FA-23A67D634CB6}" presName="desTx" presStyleLbl="revTx" presStyleIdx="9" presStyleCnt="10">
        <dgm:presLayoutVars/>
      </dgm:prSet>
      <dgm:spPr/>
    </dgm:pt>
  </dgm:ptLst>
  <dgm:cxnLst>
    <dgm:cxn modelId="{14184204-496D-4FAB-AD8C-C83F9FC532AA}" srcId="{02026FBD-D971-4675-82FE-5D6779FB6F09}" destId="{E45236C6-E314-4D64-81FA-23A67D634CB6}" srcOrd="4" destOrd="0" parTransId="{9AB667E7-B9B9-481B-BE09-CAD39AA68198}" sibTransId="{126B5864-F9AD-4394-981D-6B86AA83A2F9}"/>
    <dgm:cxn modelId="{53E22507-4EB1-41D4-851A-74030145C58D}" srcId="{E45236C6-E314-4D64-81FA-23A67D634CB6}" destId="{57D18D04-1CAD-4501-B332-DB5205208A34}" srcOrd="1" destOrd="0" parTransId="{7E47F149-D1C7-473E-8FF9-DB812D220266}" sibTransId="{746674A8-ADAA-4790-8BC9-A2D76C8F1FE7}"/>
    <dgm:cxn modelId="{715CD507-EF0A-472A-9B79-2FD7433B89EC}" type="presOf" srcId="{B6C7DEA1-1D53-4458-B9F5-F5498B3D3385}" destId="{E57B23E2-66B0-4A87-B24C-D9D3BBF48C20}" srcOrd="0" destOrd="0" presId="urn:microsoft.com/office/officeart/2018/2/layout/IconLabelDescriptionList"/>
    <dgm:cxn modelId="{0E8A240D-8B84-46BF-8189-525EFF276247}" srcId="{02026FBD-D971-4675-82FE-5D6779FB6F09}" destId="{265D2652-E88A-44FF-B79C-C9BAB6268EDD}" srcOrd="2" destOrd="0" parTransId="{DA614CC6-9BED-44E1-87A8-154B5D833F89}" sibTransId="{D1668ADA-F67B-4280-AB4D-F70B6CF26FE0}"/>
    <dgm:cxn modelId="{FC89AB0D-F33F-482F-B6C0-10350BD6E01C}" srcId="{E45236C6-E314-4D64-81FA-23A67D634CB6}" destId="{2CD16F28-8DB9-4CA8-8B67-89381920B52F}" srcOrd="0" destOrd="0" parTransId="{57E3232D-5085-4EA3-80D4-DD6FD87B6025}" sibTransId="{6023CC1D-2BAA-4840-ABEB-B6DCFD1E0F48}"/>
    <dgm:cxn modelId="{3DCE943E-3ECD-428A-9B80-10FFA7F04DF4}" type="presOf" srcId="{E45236C6-E314-4D64-81FA-23A67D634CB6}" destId="{23452698-1482-45B5-BA16-633AEE91778C}" srcOrd="0" destOrd="0" presId="urn:microsoft.com/office/officeart/2018/2/layout/IconLabelDescriptionList"/>
    <dgm:cxn modelId="{7C250F5F-9CF4-4370-9F08-9C1A99781B97}" srcId="{02026FBD-D971-4675-82FE-5D6779FB6F09}" destId="{20736922-CC24-4142-B591-38916074A7FF}" srcOrd="0" destOrd="0" parTransId="{43A47099-8681-4F46-8A43-F6DDDA125444}" sibTransId="{99172C19-95D1-4114-A228-663577D3DB08}"/>
    <dgm:cxn modelId="{C7F85E48-7E9F-4948-AF58-B8D4B4D72B47}" type="presOf" srcId="{20736922-CC24-4142-B591-38916074A7FF}" destId="{AEA1543D-B223-4612-A166-1D63EAC2ED80}" srcOrd="0" destOrd="0" presId="urn:microsoft.com/office/officeart/2018/2/layout/IconLabelDescriptionList"/>
    <dgm:cxn modelId="{8FC18A74-987E-41FE-972A-CB018290DF99}" srcId="{E45236C6-E314-4D64-81FA-23A67D634CB6}" destId="{376C3315-B214-4B7D-8BC1-A415A0471740}" srcOrd="2" destOrd="0" parTransId="{31F0F5D2-1750-4F2A-988F-318B4D8B5892}" sibTransId="{AEE694E0-75B5-436F-8641-FCD7D8387812}"/>
    <dgm:cxn modelId="{8E6F697D-CD7F-41F0-989F-6574E6320EC0}" type="presOf" srcId="{57D18D04-1CAD-4501-B332-DB5205208A34}" destId="{4AD92446-70F9-484A-B6FB-BFB78F5A5FBE}" srcOrd="0" destOrd="1" presId="urn:microsoft.com/office/officeart/2018/2/layout/IconLabelDescriptionList"/>
    <dgm:cxn modelId="{1E1FF589-F034-4E46-BAF1-FE47121674F9}" type="presOf" srcId="{2CD16F28-8DB9-4CA8-8B67-89381920B52F}" destId="{4AD92446-70F9-484A-B6FB-BFB78F5A5FBE}" srcOrd="0" destOrd="0" presId="urn:microsoft.com/office/officeart/2018/2/layout/IconLabelDescriptionList"/>
    <dgm:cxn modelId="{C9325EB0-CBB8-42AC-9663-E6CA7DFD47AD}" srcId="{02026FBD-D971-4675-82FE-5D6779FB6F09}" destId="{AF4072F1-8EB6-4378-8DEF-A85649460FEA}" srcOrd="1" destOrd="0" parTransId="{E36862F7-1655-4C72-8B39-8FEED351A79D}" sibTransId="{D95B9641-8392-4B04-B04F-B04178637ED7}"/>
    <dgm:cxn modelId="{0D95D3C3-3478-4FE7-AA89-91286DBA1A3C}" type="presOf" srcId="{376C3315-B214-4B7D-8BC1-A415A0471740}" destId="{4AD92446-70F9-484A-B6FB-BFB78F5A5FBE}" srcOrd="0" destOrd="2" presId="urn:microsoft.com/office/officeart/2018/2/layout/IconLabelDescriptionList"/>
    <dgm:cxn modelId="{3CC91ECB-091B-494B-BD09-6C7B1F6C5BBE}" type="presOf" srcId="{02026FBD-D971-4675-82FE-5D6779FB6F09}" destId="{D11B9370-AE34-4943-A7F5-2F68733D258A}" srcOrd="0" destOrd="0" presId="urn:microsoft.com/office/officeart/2018/2/layout/IconLabelDescriptionList"/>
    <dgm:cxn modelId="{FFBF47D5-05F4-4BA1-B7CE-69F277597A64}" type="presOf" srcId="{265D2652-E88A-44FF-B79C-C9BAB6268EDD}" destId="{D494D2B9-C403-496B-B14C-8C03A70E6653}" srcOrd="0" destOrd="0" presId="urn:microsoft.com/office/officeart/2018/2/layout/IconLabelDescriptionList"/>
    <dgm:cxn modelId="{6D86A2F0-8A21-4FFA-A5A5-A68F52DCEABD}" srcId="{02026FBD-D971-4675-82FE-5D6779FB6F09}" destId="{B6C7DEA1-1D53-4458-B9F5-F5498B3D3385}" srcOrd="3" destOrd="0" parTransId="{752B1030-ABC4-4BBD-A2C3-A70A4ABE9E43}" sibTransId="{457C1CA5-2C85-4DEF-A273-60F144317448}"/>
    <dgm:cxn modelId="{CD81BBFD-D19D-4AB2-8EC9-9DE58C26305E}" type="presOf" srcId="{AF4072F1-8EB6-4378-8DEF-A85649460FEA}" destId="{0568CC00-B605-4D18-AC3B-5A12664C5023}" srcOrd="0" destOrd="0" presId="urn:microsoft.com/office/officeart/2018/2/layout/IconLabelDescriptionList"/>
    <dgm:cxn modelId="{4398ED90-3CDF-4B01-92F8-5F8334A74275}" type="presParOf" srcId="{D11B9370-AE34-4943-A7F5-2F68733D258A}" destId="{340D0C63-17AE-4304-8378-082A63D1D78D}" srcOrd="0" destOrd="0" presId="urn:microsoft.com/office/officeart/2018/2/layout/IconLabelDescriptionList"/>
    <dgm:cxn modelId="{0AF6E1E1-3B38-4040-AC9F-1936DD4662C6}" type="presParOf" srcId="{340D0C63-17AE-4304-8378-082A63D1D78D}" destId="{06D77704-DE8D-42A8-BE6F-B615B2890CAF}" srcOrd="0" destOrd="0" presId="urn:microsoft.com/office/officeart/2018/2/layout/IconLabelDescriptionList"/>
    <dgm:cxn modelId="{E3BB3129-4C4F-4692-9402-4198839382FC}" type="presParOf" srcId="{340D0C63-17AE-4304-8378-082A63D1D78D}" destId="{13CDD087-BC44-418A-8784-148640D379C0}" srcOrd="1" destOrd="0" presId="urn:microsoft.com/office/officeart/2018/2/layout/IconLabelDescriptionList"/>
    <dgm:cxn modelId="{93E16CE5-ABA2-4DB2-B165-9EF8782D8752}" type="presParOf" srcId="{340D0C63-17AE-4304-8378-082A63D1D78D}" destId="{AEA1543D-B223-4612-A166-1D63EAC2ED80}" srcOrd="2" destOrd="0" presId="urn:microsoft.com/office/officeart/2018/2/layout/IconLabelDescriptionList"/>
    <dgm:cxn modelId="{DB7BDD66-BEC8-4421-90F6-9756C65CD1D4}" type="presParOf" srcId="{340D0C63-17AE-4304-8378-082A63D1D78D}" destId="{AF7E95A7-EE71-489A-8E71-2CBA2E8B3881}" srcOrd="3" destOrd="0" presId="urn:microsoft.com/office/officeart/2018/2/layout/IconLabelDescriptionList"/>
    <dgm:cxn modelId="{7222A354-EECA-4865-B274-EA008172A1E3}" type="presParOf" srcId="{340D0C63-17AE-4304-8378-082A63D1D78D}" destId="{C28FF440-2D22-4573-B8C2-FC76560C5662}" srcOrd="4" destOrd="0" presId="urn:microsoft.com/office/officeart/2018/2/layout/IconLabelDescriptionList"/>
    <dgm:cxn modelId="{2A8DF9D3-2727-44CA-AF8A-964590D56BEA}" type="presParOf" srcId="{D11B9370-AE34-4943-A7F5-2F68733D258A}" destId="{DE347D4A-555D-480C-9759-0FFE40380049}" srcOrd="1" destOrd="0" presId="urn:microsoft.com/office/officeart/2018/2/layout/IconLabelDescriptionList"/>
    <dgm:cxn modelId="{AAA6B6FF-829B-4DAD-B895-EA53BEE43981}" type="presParOf" srcId="{D11B9370-AE34-4943-A7F5-2F68733D258A}" destId="{A767A370-948C-4500-A8A4-9C6083E1BDF7}" srcOrd="2" destOrd="0" presId="urn:microsoft.com/office/officeart/2018/2/layout/IconLabelDescriptionList"/>
    <dgm:cxn modelId="{EE715451-62BC-49A6-AFDB-BCE5079DACE3}" type="presParOf" srcId="{A767A370-948C-4500-A8A4-9C6083E1BDF7}" destId="{C30F0214-B75B-4C1C-A1D0-9F76B500682B}" srcOrd="0" destOrd="0" presId="urn:microsoft.com/office/officeart/2018/2/layout/IconLabelDescriptionList"/>
    <dgm:cxn modelId="{3C762A6D-B8D2-4C17-8BC5-9CF3950AA040}" type="presParOf" srcId="{A767A370-948C-4500-A8A4-9C6083E1BDF7}" destId="{F2FAAE2D-5B37-47CE-8032-47E37B252A97}" srcOrd="1" destOrd="0" presId="urn:microsoft.com/office/officeart/2018/2/layout/IconLabelDescriptionList"/>
    <dgm:cxn modelId="{F40CFEC1-BD8F-4A02-9546-BC90CF436E5E}" type="presParOf" srcId="{A767A370-948C-4500-A8A4-9C6083E1BDF7}" destId="{0568CC00-B605-4D18-AC3B-5A12664C5023}" srcOrd="2" destOrd="0" presId="urn:microsoft.com/office/officeart/2018/2/layout/IconLabelDescriptionList"/>
    <dgm:cxn modelId="{304BBA5E-9A3C-40DF-A233-F3E68CEB1D22}" type="presParOf" srcId="{A767A370-948C-4500-A8A4-9C6083E1BDF7}" destId="{602168AC-5697-45BF-852F-069709B1DB7A}" srcOrd="3" destOrd="0" presId="urn:microsoft.com/office/officeart/2018/2/layout/IconLabelDescriptionList"/>
    <dgm:cxn modelId="{2D21C413-71D8-4B57-97F1-FA962D9015B1}" type="presParOf" srcId="{A767A370-948C-4500-A8A4-9C6083E1BDF7}" destId="{96E89157-6815-44B5-9EC5-CD3F04803EB4}" srcOrd="4" destOrd="0" presId="urn:microsoft.com/office/officeart/2018/2/layout/IconLabelDescriptionList"/>
    <dgm:cxn modelId="{176BE560-E79B-4AF7-8F7C-5554EC44EBDE}" type="presParOf" srcId="{D11B9370-AE34-4943-A7F5-2F68733D258A}" destId="{3CFAD3B2-B7FC-4CB4-A086-8BA063FE9489}" srcOrd="3" destOrd="0" presId="urn:microsoft.com/office/officeart/2018/2/layout/IconLabelDescriptionList"/>
    <dgm:cxn modelId="{542B4B2F-D8F0-47C9-91E4-CC80ACA684BF}" type="presParOf" srcId="{D11B9370-AE34-4943-A7F5-2F68733D258A}" destId="{4E90FC5B-7DDE-43FC-A28D-8C40EE2C3C33}" srcOrd="4" destOrd="0" presId="urn:microsoft.com/office/officeart/2018/2/layout/IconLabelDescriptionList"/>
    <dgm:cxn modelId="{662C5954-67B3-4C70-8792-FD7B052FA35C}" type="presParOf" srcId="{4E90FC5B-7DDE-43FC-A28D-8C40EE2C3C33}" destId="{B5E1D128-66A4-4648-A1A5-61EBF3C330F2}" srcOrd="0" destOrd="0" presId="urn:microsoft.com/office/officeart/2018/2/layout/IconLabelDescriptionList"/>
    <dgm:cxn modelId="{5D3215E9-1A22-4E05-BF46-EA907E94F6C6}" type="presParOf" srcId="{4E90FC5B-7DDE-43FC-A28D-8C40EE2C3C33}" destId="{77D9E1D7-8EC8-46B3-ABD8-D5CEF1392FB0}" srcOrd="1" destOrd="0" presId="urn:microsoft.com/office/officeart/2018/2/layout/IconLabelDescriptionList"/>
    <dgm:cxn modelId="{54CD52E7-5E4B-4A15-87F4-B5B863A68FEE}" type="presParOf" srcId="{4E90FC5B-7DDE-43FC-A28D-8C40EE2C3C33}" destId="{D494D2B9-C403-496B-B14C-8C03A70E6653}" srcOrd="2" destOrd="0" presId="urn:microsoft.com/office/officeart/2018/2/layout/IconLabelDescriptionList"/>
    <dgm:cxn modelId="{545590C0-2FE5-42DE-B969-BD9ACDB47976}" type="presParOf" srcId="{4E90FC5B-7DDE-43FC-A28D-8C40EE2C3C33}" destId="{52F6F231-0820-4364-961D-BC3C57E19B21}" srcOrd="3" destOrd="0" presId="urn:microsoft.com/office/officeart/2018/2/layout/IconLabelDescriptionList"/>
    <dgm:cxn modelId="{7FB4390D-C1D5-496D-AA1D-32576E5654FA}" type="presParOf" srcId="{4E90FC5B-7DDE-43FC-A28D-8C40EE2C3C33}" destId="{44B05A38-C418-467B-908C-5AE376A41A20}" srcOrd="4" destOrd="0" presId="urn:microsoft.com/office/officeart/2018/2/layout/IconLabelDescriptionList"/>
    <dgm:cxn modelId="{780FCF80-2B5C-4C8E-9649-1E9D422E4710}" type="presParOf" srcId="{D11B9370-AE34-4943-A7F5-2F68733D258A}" destId="{DF8CBBAD-5E41-43CE-8100-66E6504B1D5F}" srcOrd="5" destOrd="0" presId="urn:microsoft.com/office/officeart/2018/2/layout/IconLabelDescriptionList"/>
    <dgm:cxn modelId="{F67B968D-5477-49C1-825E-F158CEBF0BA5}" type="presParOf" srcId="{D11B9370-AE34-4943-A7F5-2F68733D258A}" destId="{2D56723F-09DD-4316-B38C-6A05992AA3CA}" srcOrd="6" destOrd="0" presId="urn:microsoft.com/office/officeart/2018/2/layout/IconLabelDescriptionList"/>
    <dgm:cxn modelId="{97F57A88-A69F-4900-88B0-6FA13ED43A5E}" type="presParOf" srcId="{2D56723F-09DD-4316-B38C-6A05992AA3CA}" destId="{22F14E29-312D-41BB-980A-D5EDF342F6B0}" srcOrd="0" destOrd="0" presId="urn:microsoft.com/office/officeart/2018/2/layout/IconLabelDescriptionList"/>
    <dgm:cxn modelId="{9762F994-095D-410F-91B2-F86FE9C0C25B}" type="presParOf" srcId="{2D56723F-09DD-4316-B38C-6A05992AA3CA}" destId="{34E567AD-F55A-4DF4-AE3E-6580EF53329D}" srcOrd="1" destOrd="0" presId="urn:microsoft.com/office/officeart/2018/2/layout/IconLabelDescriptionList"/>
    <dgm:cxn modelId="{C1000AAD-E67B-4476-A4A3-09E756F24468}" type="presParOf" srcId="{2D56723F-09DD-4316-B38C-6A05992AA3CA}" destId="{E57B23E2-66B0-4A87-B24C-D9D3BBF48C20}" srcOrd="2" destOrd="0" presId="urn:microsoft.com/office/officeart/2018/2/layout/IconLabelDescriptionList"/>
    <dgm:cxn modelId="{C1C77CCB-A440-47A7-9360-C615EB76B85C}" type="presParOf" srcId="{2D56723F-09DD-4316-B38C-6A05992AA3CA}" destId="{95F9BFB8-A3FB-4F1D-B3D3-5775B6E1E5F8}" srcOrd="3" destOrd="0" presId="urn:microsoft.com/office/officeart/2018/2/layout/IconLabelDescriptionList"/>
    <dgm:cxn modelId="{8A381F0A-F331-4DFD-A90F-1C1739C4F518}" type="presParOf" srcId="{2D56723F-09DD-4316-B38C-6A05992AA3CA}" destId="{B4998C27-E29A-4B25-8EF7-DC08D4A7FA29}" srcOrd="4" destOrd="0" presId="urn:microsoft.com/office/officeart/2018/2/layout/IconLabelDescriptionList"/>
    <dgm:cxn modelId="{86D44A43-2539-47A0-9536-B90C3F8E1907}" type="presParOf" srcId="{D11B9370-AE34-4943-A7F5-2F68733D258A}" destId="{8F00B6DB-6DE7-4C2F-AB55-A04539BEBB20}" srcOrd="7" destOrd="0" presId="urn:microsoft.com/office/officeart/2018/2/layout/IconLabelDescriptionList"/>
    <dgm:cxn modelId="{DF40674D-CF3A-487A-B524-2A86F69FB1B7}" type="presParOf" srcId="{D11B9370-AE34-4943-A7F5-2F68733D258A}" destId="{0375828C-F9DF-4950-89A8-961472476A2E}" srcOrd="8" destOrd="0" presId="urn:microsoft.com/office/officeart/2018/2/layout/IconLabelDescriptionList"/>
    <dgm:cxn modelId="{16948489-0097-46DC-8B0B-6F8C04892FAA}" type="presParOf" srcId="{0375828C-F9DF-4950-89A8-961472476A2E}" destId="{844C723F-05D8-4F35-8C4B-58CACB2E7F56}" srcOrd="0" destOrd="0" presId="urn:microsoft.com/office/officeart/2018/2/layout/IconLabelDescriptionList"/>
    <dgm:cxn modelId="{E46FE1B5-97A4-439B-8A49-5C2CB8CFD923}" type="presParOf" srcId="{0375828C-F9DF-4950-89A8-961472476A2E}" destId="{44A1E982-D4D4-4304-8556-15108367C99C}" srcOrd="1" destOrd="0" presId="urn:microsoft.com/office/officeart/2018/2/layout/IconLabelDescriptionList"/>
    <dgm:cxn modelId="{28B12E91-E6C1-4D24-9D10-9A0FA858CDA2}" type="presParOf" srcId="{0375828C-F9DF-4950-89A8-961472476A2E}" destId="{23452698-1482-45B5-BA16-633AEE91778C}" srcOrd="2" destOrd="0" presId="urn:microsoft.com/office/officeart/2018/2/layout/IconLabelDescriptionList"/>
    <dgm:cxn modelId="{1E384EF5-699A-4EDD-BDB8-33E9E609031E}" type="presParOf" srcId="{0375828C-F9DF-4950-89A8-961472476A2E}" destId="{49154520-E778-4839-9800-1525B9558BA1}" srcOrd="3" destOrd="0" presId="urn:microsoft.com/office/officeart/2018/2/layout/IconLabelDescriptionList"/>
    <dgm:cxn modelId="{5A38B3CA-E292-4876-B0DF-F275C265C986}" type="presParOf" srcId="{0375828C-F9DF-4950-89A8-961472476A2E}" destId="{4AD92446-70F9-484A-B6FB-BFB78F5A5FB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E909665-EF25-427E-9C71-5E37B84F83A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E6C3262-5A4F-4B10-BEC8-5155CDF356FD}">
      <dgm:prSet/>
      <dgm:spPr/>
      <dgm:t>
        <a:bodyPr/>
        <a:lstStyle/>
        <a:p>
          <a:r>
            <a:rPr lang="en-GB"/>
            <a:t>FastAPI → fast backend APIs </a:t>
          </a:r>
          <a:endParaRPr lang="en-US"/>
        </a:p>
      </dgm:t>
    </dgm:pt>
    <dgm:pt modelId="{A9D42F51-7514-44F1-878F-8BFA166B8CE6}" type="parTrans" cxnId="{57C22BAE-707D-4300-B3B0-8BD829967A01}">
      <dgm:prSet/>
      <dgm:spPr/>
      <dgm:t>
        <a:bodyPr/>
        <a:lstStyle/>
        <a:p>
          <a:endParaRPr lang="en-US"/>
        </a:p>
      </dgm:t>
    </dgm:pt>
    <dgm:pt modelId="{749D75A1-E0FC-4465-94CC-F9EF5005C1DE}" type="sibTrans" cxnId="{57C22BAE-707D-4300-B3B0-8BD829967A01}">
      <dgm:prSet/>
      <dgm:spPr/>
      <dgm:t>
        <a:bodyPr/>
        <a:lstStyle/>
        <a:p>
          <a:endParaRPr lang="en-US"/>
        </a:p>
      </dgm:t>
    </dgm:pt>
    <dgm:pt modelId="{4E7E5D34-6D1A-48CB-8B37-4FF7645FA712}">
      <dgm:prSet/>
      <dgm:spPr/>
      <dgm:t>
        <a:bodyPr/>
        <a:lstStyle/>
        <a:p>
          <a:r>
            <a:rPr lang="en-GB"/>
            <a:t>Streamlit → quick interactive UI </a:t>
          </a:r>
          <a:endParaRPr lang="en-US"/>
        </a:p>
      </dgm:t>
    </dgm:pt>
    <dgm:pt modelId="{63FBCF00-8384-4BD7-9AA3-0DBA78BD0258}" type="parTrans" cxnId="{C96EF6A1-65B3-497E-A1CA-3C86627BE66F}">
      <dgm:prSet/>
      <dgm:spPr/>
      <dgm:t>
        <a:bodyPr/>
        <a:lstStyle/>
        <a:p>
          <a:endParaRPr lang="en-US"/>
        </a:p>
      </dgm:t>
    </dgm:pt>
    <dgm:pt modelId="{2DD9A623-C930-4C7F-AAEB-30FC8509B9B4}" type="sibTrans" cxnId="{C96EF6A1-65B3-497E-A1CA-3C86627BE66F}">
      <dgm:prSet/>
      <dgm:spPr/>
      <dgm:t>
        <a:bodyPr/>
        <a:lstStyle/>
        <a:p>
          <a:endParaRPr lang="en-US"/>
        </a:p>
      </dgm:t>
    </dgm:pt>
    <dgm:pt modelId="{A9AAC4A8-0E14-47AA-AB28-8E1B6DA06968}">
      <dgm:prSet/>
      <dgm:spPr/>
      <dgm:t>
        <a:bodyPr/>
        <a:lstStyle/>
        <a:p>
          <a:r>
            <a:rPr lang="en-GB"/>
            <a:t>Python → AI/data processing support </a:t>
          </a:r>
          <a:endParaRPr lang="en-US"/>
        </a:p>
      </dgm:t>
    </dgm:pt>
    <dgm:pt modelId="{BBB04678-1D8A-4DE7-ACAA-8A74E43060CE}" type="parTrans" cxnId="{4257CCC8-C914-4912-9FE8-AF4AA5F862C6}">
      <dgm:prSet/>
      <dgm:spPr/>
      <dgm:t>
        <a:bodyPr/>
        <a:lstStyle/>
        <a:p>
          <a:endParaRPr lang="en-US"/>
        </a:p>
      </dgm:t>
    </dgm:pt>
    <dgm:pt modelId="{3C758E4D-279C-4438-BA65-6F355C65B728}" type="sibTrans" cxnId="{4257CCC8-C914-4912-9FE8-AF4AA5F862C6}">
      <dgm:prSet/>
      <dgm:spPr/>
      <dgm:t>
        <a:bodyPr/>
        <a:lstStyle/>
        <a:p>
          <a:endParaRPr lang="en-US"/>
        </a:p>
      </dgm:t>
    </dgm:pt>
    <dgm:pt modelId="{4697E792-4EEF-4ADF-A277-8D48B3D337D5}">
      <dgm:prSet/>
      <dgm:spPr/>
      <dgm:t>
        <a:bodyPr/>
        <a:lstStyle/>
        <a:p>
          <a:r>
            <a:rPr lang="en-GB"/>
            <a:t>Pandas → data management </a:t>
          </a:r>
          <a:endParaRPr lang="en-US"/>
        </a:p>
      </dgm:t>
    </dgm:pt>
    <dgm:pt modelId="{1B0B66B4-AB63-4B0F-875C-C8CB68DA847F}" type="parTrans" cxnId="{EDEAFDFB-7C17-4FA0-9739-4E06DE63D190}">
      <dgm:prSet/>
      <dgm:spPr/>
      <dgm:t>
        <a:bodyPr/>
        <a:lstStyle/>
        <a:p>
          <a:endParaRPr lang="en-US"/>
        </a:p>
      </dgm:t>
    </dgm:pt>
    <dgm:pt modelId="{85B185F2-471E-4106-B75F-D95D29A095F4}" type="sibTrans" cxnId="{EDEAFDFB-7C17-4FA0-9739-4E06DE63D190}">
      <dgm:prSet/>
      <dgm:spPr/>
      <dgm:t>
        <a:bodyPr/>
        <a:lstStyle/>
        <a:p>
          <a:endParaRPr lang="en-US"/>
        </a:p>
      </dgm:t>
    </dgm:pt>
    <dgm:pt modelId="{2BE6EF1C-77A2-470F-8A70-05C2A01659DF}">
      <dgm:prSet/>
      <dgm:spPr/>
      <dgm:t>
        <a:bodyPr/>
        <a:lstStyle/>
        <a:p>
          <a:r>
            <a:rPr lang="en-GB"/>
            <a:t>ReportLab → PDF generation</a:t>
          </a:r>
          <a:endParaRPr lang="en-US"/>
        </a:p>
      </dgm:t>
    </dgm:pt>
    <dgm:pt modelId="{A6A4B739-3D75-4A4C-AF15-38A7356CC872}" type="parTrans" cxnId="{51A58BBA-61C0-44AF-A55C-27229939C1A3}">
      <dgm:prSet/>
      <dgm:spPr/>
      <dgm:t>
        <a:bodyPr/>
        <a:lstStyle/>
        <a:p>
          <a:endParaRPr lang="en-US"/>
        </a:p>
      </dgm:t>
    </dgm:pt>
    <dgm:pt modelId="{7A041EFB-03F0-4677-8C97-49A7E8976D9F}" type="sibTrans" cxnId="{51A58BBA-61C0-44AF-A55C-27229939C1A3}">
      <dgm:prSet/>
      <dgm:spPr/>
      <dgm:t>
        <a:bodyPr/>
        <a:lstStyle/>
        <a:p>
          <a:endParaRPr lang="en-US"/>
        </a:p>
      </dgm:t>
    </dgm:pt>
    <dgm:pt modelId="{868FA28B-9DD4-4232-B127-0E505ECA1106}" type="pres">
      <dgm:prSet presAssocID="{AE909665-EF25-427E-9C71-5E37B84F83AF}" presName="linear" presStyleCnt="0">
        <dgm:presLayoutVars>
          <dgm:animLvl val="lvl"/>
          <dgm:resizeHandles val="exact"/>
        </dgm:presLayoutVars>
      </dgm:prSet>
      <dgm:spPr/>
    </dgm:pt>
    <dgm:pt modelId="{62DECCFA-4984-4AA4-B63A-6D21A1DE5477}" type="pres">
      <dgm:prSet presAssocID="{6E6C3262-5A4F-4B10-BEC8-5155CDF356F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EF87EEB-761F-4D96-B521-AD08D4A011F7}" type="pres">
      <dgm:prSet presAssocID="{749D75A1-E0FC-4465-94CC-F9EF5005C1DE}" presName="spacer" presStyleCnt="0"/>
      <dgm:spPr/>
    </dgm:pt>
    <dgm:pt modelId="{020AC973-D5A3-4F2E-B574-832FA81DDDC1}" type="pres">
      <dgm:prSet presAssocID="{4E7E5D34-6D1A-48CB-8B37-4FF7645FA71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4425270-8334-4461-B8F0-009A16F5EB25}" type="pres">
      <dgm:prSet presAssocID="{2DD9A623-C930-4C7F-AAEB-30FC8509B9B4}" presName="spacer" presStyleCnt="0"/>
      <dgm:spPr/>
    </dgm:pt>
    <dgm:pt modelId="{2C96EFE1-AAC7-4639-8652-EEEE71801621}" type="pres">
      <dgm:prSet presAssocID="{A9AAC4A8-0E14-47AA-AB28-8E1B6DA0696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7F7E44D-17E3-4460-B0EC-A89EDDC7D4E5}" type="pres">
      <dgm:prSet presAssocID="{3C758E4D-279C-4438-BA65-6F355C65B728}" presName="spacer" presStyleCnt="0"/>
      <dgm:spPr/>
    </dgm:pt>
    <dgm:pt modelId="{1241E1DB-5DD3-43D4-9809-C211FD99EBF7}" type="pres">
      <dgm:prSet presAssocID="{4697E792-4EEF-4ADF-A277-8D48B3D337D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4398FDF-6E36-4EAC-8AAA-3F289866883C}" type="pres">
      <dgm:prSet presAssocID="{85B185F2-471E-4106-B75F-D95D29A095F4}" presName="spacer" presStyleCnt="0"/>
      <dgm:spPr/>
    </dgm:pt>
    <dgm:pt modelId="{E22973CF-3DB9-4681-A2EC-7081B387C1E8}" type="pres">
      <dgm:prSet presAssocID="{2BE6EF1C-77A2-470F-8A70-05C2A01659D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4DAB809-8CEC-4D2A-B6CD-7B44C9D08407}" type="presOf" srcId="{4E7E5D34-6D1A-48CB-8B37-4FF7645FA712}" destId="{020AC973-D5A3-4F2E-B574-832FA81DDDC1}" srcOrd="0" destOrd="0" presId="urn:microsoft.com/office/officeart/2005/8/layout/vList2"/>
    <dgm:cxn modelId="{C2A30E11-0541-4553-9BA6-915F2A6E1B31}" type="presOf" srcId="{4697E792-4EEF-4ADF-A277-8D48B3D337D5}" destId="{1241E1DB-5DD3-43D4-9809-C211FD99EBF7}" srcOrd="0" destOrd="0" presId="urn:microsoft.com/office/officeart/2005/8/layout/vList2"/>
    <dgm:cxn modelId="{1EEED127-E6AD-4B4E-A170-58B633BC72D9}" type="presOf" srcId="{AE909665-EF25-427E-9C71-5E37B84F83AF}" destId="{868FA28B-9DD4-4232-B127-0E505ECA1106}" srcOrd="0" destOrd="0" presId="urn:microsoft.com/office/officeart/2005/8/layout/vList2"/>
    <dgm:cxn modelId="{4207E32B-5F36-46CB-9B3E-5DAF462F1FF2}" type="presOf" srcId="{2BE6EF1C-77A2-470F-8A70-05C2A01659DF}" destId="{E22973CF-3DB9-4681-A2EC-7081B387C1E8}" srcOrd="0" destOrd="0" presId="urn:microsoft.com/office/officeart/2005/8/layout/vList2"/>
    <dgm:cxn modelId="{BC451675-D9CA-439D-9C96-DC809959A1DA}" type="presOf" srcId="{A9AAC4A8-0E14-47AA-AB28-8E1B6DA06968}" destId="{2C96EFE1-AAC7-4639-8652-EEEE71801621}" srcOrd="0" destOrd="0" presId="urn:microsoft.com/office/officeart/2005/8/layout/vList2"/>
    <dgm:cxn modelId="{C96EF6A1-65B3-497E-A1CA-3C86627BE66F}" srcId="{AE909665-EF25-427E-9C71-5E37B84F83AF}" destId="{4E7E5D34-6D1A-48CB-8B37-4FF7645FA712}" srcOrd="1" destOrd="0" parTransId="{63FBCF00-8384-4BD7-9AA3-0DBA78BD0258}" sibTransId="{2DD9A623-C930-4C7F-AAEB-30FC8509B9B4}"/>
    <dgm:cxn modelId="{ABD1ACAD-C87C-4491-85D1-AA8DBDDC0373}" type="presOf" srcId="{6E6C3262-5A4F-4B10-BEC8-5155CDF356FD}" destId="{62DECCFA-4984-4AA4-B63A-6D21A1DE5477}" srcOrd="0" destOrd="0" presId="urn:microsoft.com/office/officeart/2005/8/layout/vList2"/>
    <dgm:cxn modelId="{57C22BAE-707D-4300-B3B0-8BD829967A01}" srcId="{AE909665-EF25-427E-9C71-5E37B84F83AF}" destId="{6E6C3262-5A4F-4B10-BEC8-5155CDF356FD}" srcOrd="0" destOrd="0" parTransId="{A9D42F51-7514-44F1-878F-8BFA166B8CE6}" sibTransId="{749D75A1-E0FC-4465-94CC-F9EF5005C1DE}"/>
    <dgm:cxn modelId="{51A58BBA-61C0-44AF-A55C-27229939C1A3}" srcId="{AE909665-EF25-427E-9C71-5E37B84F83AF}" destId="{2BE6EF1C-77A2-470F-8A70-05C2A01659DF}" srcOrd="4" destOrd="0" parTransId="{A6A4B739-3D75-4A4C-AF15-38A7356CC872}" sibTransId="{7A041EFB-03F0-4677-8C97-49A7E8976D9F}"/>
    <dgm:cxn modelId="{4257CCC8-C914-4912-9FE8-AF4AA5F862C6}" srcId="{AE909665-EF25-427E-9C71-5E37B84F83AF}" destId="{A9AAC4A8-0E14-47AA-AB28-8E1B6DA06968}" srcOrd="2" destOrd="0" parTransId="{BBB04678-1D8A-4DE7-ACAA-8A74E43060CE}" sibTransId="{3C758E4D-279C-4438-BA65-6F355C65B728}"/>
    <dgm:cxn modelId="{EDEAFDFB-7C17-4FA0-9739-4E06DE63D190}" srcId="{AE909665-EF25-427E-9C71-5E37B84F83AF}" destId="{4697E792-4EEF-4ADF-A277-8D48B3D337D5}" srcOrd="3" destOrd="0" parTransId="{1B0B66B4-AB63-4B0F-875C-C8CB68DA847F}" sibTransId="{85B185F2-471E-4106-B75F-D95D29A095F4}"/>
    <dgm:cxn modelId="{865CE000-F9B5-4A39-A24D-3143656F11E4}" type="presParOf" srcId="{868FA28B-9DD4-4232-B127-0E505ECA1106}" destId="{62DECCFA-4984-4AA4-B63A-6D21A1DE5477}" srcOrd="0" destOrd="0" presId="urn:microsoft.com/office/officeart/2005/8/layout/vList2"/>
    <dgm:cxn modelId="{344D5958-BF3D-46BB-979A-38458944A8D2}" type="presParOf" srcId="{868FA28B-9DD4-4232-B127-0E505ECA1106}" destId="{EEF87EEB-761F-4D96-B521-AD08D4A011F7}" srcOrd="1" destOrd="0" presId="urn:microsoft.com/office/officeart/2005/8/layout/vList2"/>
    <dgm:cxn modelId="{112079C7-E0E6-453B-BEA1-A5A965820FC7}" type="presParOf" srcId="{868FA28B-9DD4-4232-B127-0E505ECA1106}" destId="{020AC973-D5A3-4F2E-B574-832FA81DDDC1}" srcOrd="2" destOrd="0" presId="urn:microsoft.com/office/officeart/2005/8/layout/vList2"/>
    <dgm:cxn modelId="{35A1F73D-4EC4-43C2-ACE0-590F923D0E91}" type="presParOf" srcId="{868FA28B-9DD4-4232-B127-0E505ECA1106}" destId="{E4425270-8334-4461-B8F0-009A16F5EB25}" srcOrd="3" destOrd="0" presId="urn:microsoft.com/office/officeart/2005/8/layout/vList2"/>
    <dgm:cxn modelId="{833992C7-E66E-4229-8632-437EB4ACA341}" type="presParOf" srcId="{868FA28B-9DD4-4232-B127-0E505ECA1106}" destId="{2C96EFE1-AAC7-4639-8652-EEEE71801621}" srcOrd="4" destOrd="0" presId="urn:microsoft.com/office/officeart/2005/8/layout/vList2"/>
    <dgm:cxn modelId="{1F97AB28-21D8-481F-B80D-0CB33C16C93A}" type="presParOf" srcId="{868FA28B-9DD4-4232-B127-0E505ECA1106}" destId="{F7F7E44D-17E3-4460-B0EC-A89EDDC7D4E5}" srcOrd="5" destOrd="0" presId="urn:microsoft.com/office/officeart/2005/8/layout/vList2"/>
    <dgm:cxn modelId="{625743DE-5D93-4654-9B0C-26D3648B4E84}" type="presParOf" srcId="{868FA28B-9DD4-4232-B127-0E505ECA1106}" destId="{1241E1DB-5DD3-43D4-9809-C211FD99EBF7}" srcOrd="6" destOrd="0" presId="urn:microsoft.com/office/officeart/2005/8/layout/vList2"/>
    <dgm:cxn modelId="{AD129187-4D30-4AAD-8065-3C214AF98048}" type="presParOf" srcId="{868FA28B-9DD4-4232-B127-0E505ECA1106}" destId="{34398FDF-6E36-4EAC-8AAA-3F289866883C}" srcOrd="7" destOrd="0" presId="urn:microsoft.com/office/officeart/2005/8/layout/vList2"/>
    <dgm:cxn modelId="{7986177C-FA9A-479F-A46C-4A26F264D369}" type="presParOf" srcId="{868FA28B-9DD4-4232-B127-0E505ECA1106}" destId="{E22973CF-3DB9-4681-A2EC-7081B387C1E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2427839-7B83-4C74-8128-C804FEFADC0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8867F92-7DE1-42CC-A6D2-EA52C719195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 dirty="0"/>
            <a:t>Challenges</a:t>
          </a:r>
          <a:endParaRPr lang="en-US" dirty="0"/>
        </a:p>
      </dgm:t>
    </dgm:pt>
    <dgm:pt modelId="{5C656D0C-7619-4C38-9AFF-9494E4365CC5}" type="parTrans" cxnId="{7703AD04-E82C-4AC0-BCBD-A7C6D6990936}">
      <dgm:prSet/>
      <dgm:spPr/>
      <dgm:t>
        <a:bodyPr/>
        <a:lstStyle/>
        <a:p>
          <a:endParaRPr lang="en-US"/>
        </a:p>
      </dgm:t>
    </dgm:pt>
    <dgm:pt modelId="{ABF15334-2E1A-4057-92B3-5BCF4F3CEE2E}" type="sibTrans" cxnId="{7703AD04-E82C-4AC0-BCBD-A7C6D6990936}">
      <dgm:prSet/>
      <dgm:spPr/>
      <dgm:t>
        <a:bodyPr/>
        <a:lstStyle/>
        <a:p>
          <a:endParaRPr lang="en-US"/>
        </a:p>
      </dgm:t>
    </dgm:pt>
    <dgm:pt modelId="{D038DD6C-79E3-4474-9F96-D0087CF4938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UI customization in Streamlit </a:t>
          </a:r>
          <a:endParaRPr lang="en-US"/>
        </a:p>
      </dgm:t>
    </dgm:pt>
    <dgm:pt modelId="{25A64EE7-218B-4F7F-9B7E-5BE6504B39F7}" type="parTrans" cxnId="{D677BFD6-B652-4D90-97CF-B70B8710E373}">
      <dgm:prSet/>
      <dgm:spPr/>
      <dgm:t>
        <a:bodyPr/>
        <a:lstStyle/>
        <a:p>
          <a:endParaRPr lang="en-US"/>
        </a:p>
      </dgm:t>
    </dgm:pt>
    <dgm:pt modelId="{3FB312B5-FF0B-43F6-88A8-7CD36103DAA2}" type="sibTrans" cxnId="{D677BFD6-B652-4D90-97CF-B70B8710E373}">
      <dgm:prSet/>
      <dgm:spPr/>
      <dgm:t>
        <a:bodyPr/>
        <a:lstStyle/>
        <a:p>
          <a:endParaRPr lang="en-US"/>
        </a:p>
      </dgm:t>
    </dgm:pt>
    <dgm:pt modelId="{FE3BC688-D2FA-4918-A654-6AF49B2B5D4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Layout handling </a:t>
          </a:r>
          <a:endParaRPr lang="en-US"/>
        </a:p>
      </dgm:t>
    </dgm:pt>
    <dgm:pt modelId="{965E154C-8254-44A7-A6CC-37A3988532F7}" type="parTrans" cxnId="{770301ED-F11D-4A98-9B8E-2D9F5D3838F9}">
      <dgm:prSet/>
      <dgm:spPr/>
      <dgm:t>
        <a:bodyPr/>
        <a:lstStyle/>
        <a:p>
          <a:endParaRPr lang="en-US"/>
        </a:p>
      </dgm:t>
    </dgm:pt>
    <dgm:pt modelId="{8811AF58-4909-4352-9AE1-B656EC0789BF}" type="sibTrans" cxnId="{770301ED-F11D-4A98-9B8E-2D9F5D3838F9}">
      <dgm:prSet/>
      <dgm:spPr/>
      <dgm:t>
        <a:bodyPr/>
        <a:lstStyle/>
        <a:p>
          <a:endParaRPr lang="en-US"/>
        </a:p>
      </dgm:t>
    </dgm:pt>
    <dgm:pt modelId="{A8164C2D-25C4-4D4D-9BB6-2C77EB9FA00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Email authentication </a:t>
          </a:r>
          <a:endParaRPr lang="en-US"/>
        </a:p>
      </dgm:t>
    </dgm:pt>
    <dgm:pt modelId="{CC0EAED0-2249-465B-958A-667E566B8166}" type="parTrans" cxnId="{7BE1DDDE-E894-4040-AF6D-10F6C9FAB770}">
      <dgm:prSet/>
      <dgm:spPr/>
      <dgm:t>
        <a:bodyPr/>
        <a:lstStyle/>
        <a:p>
          <a:endParaRPr lang="en-US"/>
        </a:p>
      </dgm:t>
    </dgm:pt>
    <dgm:pt modelId="{C3BF1D8B-A1A0-418A-B293-7B4340ADDC50}" type="sibTrans" cxnId="{7BE1DDDE-E894-4040-AF6D-10F6C9FAB770}">
      <dgm:prSet/>
      <dgm:spPr/>
      <dgm:t>
        <a:bodyPr/>
        <a:lstStyle/>
        <a:p>
          <a:endParaRPr lang="en-US"/>
        </a:p>
      </dgm:t>
    </dgm:pt>
    <dgm:pt modelId="{5F43182A-0EFD-4714-A35B-A6319368932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Model routing logic </a:t>
          </a:r>
          <a:endParaRPr lang="en-US"/>
        </a:p>
      </dgm:t>
    </dgm:pt>
    <dgm:pt modelId="{B7363112-2CDE-45D7-9B14-736E90C259B2}" type="parTrans" cxnId="{9E24DA19-B1D5-4B6B-B24C-902BCADCC146}">
      <dgm:prSet/>
      <dgm:spPr/>
      <dgm:t>
        <a:bodyPr/>
        <a:lstStyle/>
        <a:p>
          <a:endParaRPr lang="en-US"/>
        </a:p>
      </dgm:t>
    </dgm:pt>
    <dgm:pt modelId="{8D518D1F-3E9F-4BB2-B5BF-7DCCFF0D66DA}" type="sibTrans" cxnId="{9E24DA19-B1D5-4B6B-B24C-902BCADCC146}">
      <dgm:prSet/>
      <dgm:spPr/>
      <dgm:t>
        <a:bodyPr/>
        <a:lstStyle/>
        <a:p>
          <a:endParaRPr lang="en-US"/>
        </a:p>
      </dgm:t>
    </dgm:pt>
    <dgm:pt modelId="{7D0BE0DC-093A-4B52-A483-E9A42627D12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 dirty="0"/>
            <a:t>Solutions</a:t>
          </a:r>
          <a:endParaRPr lang="en-US" dirty="0"/>
        </a:p>
      </dgm:t>
    </dgm:pt>
    <dgm:pt modelId="{28A0C660-F16F-4DA6-AE25-B5B9CFDEB183}" type="parTrans" cxnId="{DEFFBF25-079A-43D2-B014-88FD15736E5D}">
      <dgm:prSet/>
      <dgm:spPr/>
      <dgm:t>
        <a:bodyPr/>
        <a:lstStyle/>
        <a:p>
          <a:endParaRPr lang="en-US"/>
        </a:p>
      </dgm:t>
    </dgm:pt>
    <dgm:pt modelId="{9ABB2336-304F-4B3D-A5F9-D6BA533C753E}" type="sibTrans" cxnId="{DEFFBF25-079A-43D2-B014-88FD15736E5D}">
      <dgm:prSet/>
      <dgm:spPr/>
      <dgm:t>
        <a:bodyPr/>
        <a:lstStyle/>
        <a:p>
          <a:endParaRPr lang="en-US"/>
        </a:p>
      </dgm:t>
    </dgm:pt>
    <dgm:pt modelId="{EA09BE8E-E4CA-44E7-87AF-2D5A31702C8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CSS customization </a:t>
          </a:r>
          <a:endParaRPr lang="en-US"/>
        </a:p>
      </dgm:t>
    </dgm:pt>
    <dgm:pt modelId="{2C1F1AE7-94A1-4882-BDA5-BB7FB6119841}" type="parTrans" cxnId="{61E1C5F9-F853-4EFF-A79B-2A1748F6197A}">
      <dgm:prSet/>
      <dgm:spPr/>
      <dgm:t>
        <a:bodyPr/>
        <a:lstStyle/>
        <a:p>
          <a:endParaRPr lang="en-US"/>
        </a:p>
      </dgm:t>
    </dgm:pt>
    <dgm:pt modelId="{9D090123-6596-4EC4-8159-36431EF9519A}" type="sibTrans" cxnId="{61E1C5F9-F853-4EFF-A79B-2A1748F6197A}">
      <dgm:prSet/>
      <dgm:spPr/>
      <dgm:t>
        <a:bodyPr/>
        <a:lstStyle/>
        <a:p>
          <a:endParaRPr lang="en-US"/>
        </a:p>
      </dgm:t>
    </dgm:pt>
    <dgm:pt modelId="{477CE2A3-263E-4127-9BB4-5DFBCC30D97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Error handling </a:t>
          </a:r>
          <a:endParaRPr lang="en-US"/>
        </a:p>
      </dgm:t>
    </dgm:pt>
    <dgm:pt modelId="{58E5833F-165E-49EE-8DE5-1A3285D8E41B}" type="parTrans" cxnId="{2E912F04-6D80-4C56-8CF3-FDF60815C1AA}">
      <dgm:prSet/>
      <dgm:spPr/>
      <dgm:t>
        <a:bodyPr/>
        <a:lstStyle/>
        <a:p>
          <a:endParaRPr lang="en-US"/>
        </a:p>
      </dgm:t>
    </dgm:pt>
    <dgm:pt modelId="{97016809-0396-4520-83C5-5D4A786083D1}" type="sibTrans" cxnId="{2E912F04-6D80-4C56-8CF3-FDF60815C1AA}">
      <dgm:prSet/>
      <dgm:spPr/>
      <dgm:t>
        <a:bodyPr/>
        <a:lstStyle/>
        <a:p>
          <a:endParaRPr lang="en-US"/>
        </a:p>
      </dgm:t>
    </dgm:pt>
    <dgm:pt modelId="{851F42F6-5B48-4A94-98EF-50ADE3962FF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Gmail App Password setup</a:t>
          </a:r>
          <a:endParaRPr lang="en-US"/>
        </a:p>
      </dgm:t>
    </dgm:pt>
    <dgm:pt modelId="{E3AA9E14-3A3D-4F08-86D9-ACC5F0A99ACE}" type="parTrans" cxnId="{ED3EEF05-408A-47F7-A6AE-BA0CBB36D3B3}">
      <dgm:prSet/>
      <dgm:spPr/>
      <dgm:t>
        <a:bodyPr/>
        <a:lstStyle/>
        <a:p>
          <a:endParaRPr lang="en-US"/>
        </a:p>
      </dgm:t>
    </dgm:pt>
    <dgm:pt modelId="{614DD210-CA69-4E7A-B838-9DC71CF7CB56}" type="sibTrans" cxnId="{ED3EEF05-408A-47F7-A6AE-BA0CBB36D3B3}">
      <dgm:prSet/>
      <dgm:spPr/>
      <dgm:t>
        <a:bodyPr/>
        <a:lstStyle/>
        <a:p>
          <a:endParaRPr lang="en-US"/>
        </a:p>
      </dgm:t>
    </dgm:pt>
    <dgm:pt modelId="{BC210E77-E1C7-4B9C-863B-2F8A622D5BA5}" type="pres">
      <dgm:prSet presAssocID="{52427839-7B83-4C74-8128-C804FEFADC00}" presName="root" presStyleCnt="0">
        <dgm:presLayoutVars>
          <dgm:dir/>
          <dgm:resizeHandles val="exact"/>
        </dgm:presLayoutVars>
      </dgm:prSet>
      <dgm:spPr/>
    </dgm:pt>
    <dgm:pt modelId="{FD22337F-3F52-4064-8C64-CC0D8F6837D3}" type="pres">
      <dgm:prSet presAssocID="{58867F92-7DE1-42CC-A6D2-EA52C719195B}" presName="compNode" presStyleCnt="0"/>
      <dgm:spPr/>
    </dgm:pt>
    <dgm:pt modelId="{CA8A0F49-6F09-4509-8EF1-E4CCE64EF340}" type="pres">
      <dgm:prSet presAssocID="{58867F92-7DE1-42CC-A6D2-EA52C719195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ACC1179-6266-4BE2-AFF2-F0D3F0EE5C37}" type="pres">
      <dgm:prSet presAssocID="{58867F92-7DE1-42CC-A6D2-EA52C719195B}" presName="iconSpace" presStyleCnt="0"/>
      <dgm:spPr/>
    </dgm:pt>
    <dgm:pt modelId="{61D6D771-ED5A-4164-95E3-34EC9A34C06A}" type="pres">
      <dgm:prSet presAssocID="{58867F92-7DE1-42CC-A6D2-EA52C719195B}" presName="parTx" presStyleLbl="revTx" presStyleIdx="0" presStyleCnt="4">
        <dgm:presLayoutVars>
          <dgm:chMax val="0"/>
          <dgm:chPref val="0"/>
        </dgm:presLayoutVars>
      </dgm:prSet>
      <dgm:spPr/>
    </dgm:pt>
    <dgm:pt modelId="{817DF6EC-54E5-4D4A-8369-9BDA3BDDAF12}" type="pres">
      <dgm:prSet presAssocID="{58867F92-7DE1-42CC-A6D2-EA52C719195B}" presName="txSpace" presStyleCnt="0"/>
      <dgm:spPr/>
    </dgm:pt>
    <dgm:pt modelId="{07280F6A-10C8-4FEA-88C6-7E4D0FE8CDF4}" type="pres">
      <dgm:prSet presAssocID="{58867F92-7DE1-42CC-A6D2-EA52C719195B}" presName="desTx" presStyleLbl="revTx" presStyleIdx="1" presStyleCnt="4">
        <dgm:presLayoutVars/>
      </dgm:prSet>
      <dgm:spPr/>
    </dgm:pt>
    <dgm:pt modelId="{10A07109-FA71-47CC-9056-C8345E811B3A}" type="pres">
      <dgm:prSet presAssocID="{ABF15334-2E1A-4057-92B3-5BCF4F3CEE2E}" presName="sibTrans" presStyleCnt="0"/>
      <dgm:spPr/>
    </dgm:pt>
    <dgm:pt modelId="{F4CC468C-6C2E-4102-B8AC-DCE47B9C5B02}" type="pres">
      <dgm:prSet presAssocID="{7D0BE0DC-093A-4B52-A483-E9A42627D12F}" presName="compNode" presStyleCnt="0"/>
      <dgm:spPr/>
    </dgm:pt>
    <dgm:pt modelId="{787FF9F3-84A1-4FC6-BFF9-0238B038ADC4}" type="pres">
      <dgm:prSet presAssocID="{7D0BE0DC-093A-4B52-A483-E9A42627D12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C3B88CA-90FB-47B8-A1E0-A14578B7CB71}" type="pres">
      <dgm:prSet presAssocID="{7D0BE0DC-093A-4B52-A483-E9A42627D12F}" presName="iconSpace" presStyleCnt="0"/>
      <dgm:spPr/>
    </dgm:pt>
    <dgm:pt modelId="{ECC3DB15-9697-4C4F-8815-E36464A32837}" type="pres">
      <dgm:prSet presAssocID="{7D0BE0DC-093A-4B52-A483-E9A42627D12F}" presName="parTx" presStyleLbl="revTx" presStyleIdx="2" presStyleCnt="4">
        <dgm:presLayoutVars>
          <dgm:chMax val="0"/>
          <dgm:chPref val="0"/>
        </dgm:presLayoutVars>
      </dgm:prSet>
      <dgm:spPr/>
    </dgm:pt>
    <dgm:pt modelId="{03815949-2EC5-4F85-85FB-9751AE525A91}" type="pres">
      <dgm:prSet presAssocID="{7D0BE0DC-093A-4B52-A483-E9A42627D12F}" presName="txSpace" presStyleCnt="0"/>
      <dgm:spPr/>
    </dgm:pt>
    <dgm:pt modelId="{0A4A0796-8E2B-493D-B7E5-8E7BAD2D3A4C}" type="pres">
      <dgm:prSet presAssocID="{7D0BE0DC-093A-4B52-A483-E9A42627D12F}" presName="desTx" presStyleLbl="revTx" presStyleIdx="3" presStyleCnt="4">
        <dgm:presLayoutVars/>
      </dgm:prSet>
      <dgm:spPr/>
    </dgm:pt>
  </dgm:ptLst>
  <dgm:cxnLst>
    <dgm:cxn modelId="{2E912F04-6D80-4C56-8CF3-FDF60815C1AA}" srcId="{7D0BE0DC-093A-4B52-A483-E9A42627D12F}" destId="{477CE2A3-263E-4127-9BB4-5DFBCC30D97D}" srcOrd="1" destOrd="0" parTransId="{58E5833F-165E-49EE-8DE5-1A3285D8E41B}" sibTransId="{97016809-0396-4520-83C5-5D4A786083D1}"/>
    <dgm:cxn modelId="{7703AD04-E82C-4AC0-BCBD-A7C6D6990936}" srcId="{52427839-7B83-4C74-8128-C804FEFADC00}" destId="{58867F92-7DE1-42CC-A6D2-EA52C719195B}" srcOrd="0" destOrd="0" parTransId="{5C656D0C-7619-4C38-9AFF-9494E4365CC5}" sibTransId="{ABF15334-2E1A-4057-92B3-5BCF4F3CEE2E}"/>
    <dgm:cxn modelId="{ED3EEF05-408A-47F7-A6AE-BA0CBB36D3B3}" srcId="{7D0BE0DC-093A-4B52-A483-E9A42627D12F}" destId="{851F42F6-5B48-4A94-98EF-50ADE3962FFC}" srcOrd="2" destOrd="0" parTransId="{E3AA9E14-3A3D-4F08-86D9-ACC5F0A99ACE}" sibTransId="{614DD210-CA69-4E7A-B838-9DC71CF7CB56}"/>
    <dgm:cxn modelId="{AA475511-EC22-4D11-AB3C-893B3284CDAA}" type="presOf" srcId="{A8164C2D-25C4-4D4D-9BB6-2C77EB9FA00A}" destId="{07280F6A-10C8-4FEA-88C6-7E4D0FE8CDF4}" srcOrd="0" destOrd="2" presId="urn:microsoft.com/office/officeart/2018/5/layout/CenteredIconLabelDescriptionList"/>
    <dgm:cxn modelId="{9E24DA19-B1D5-4B6B-B24C-902BCADCC146}" srcId="{58867F92-7DE1-42CC-A6D2-EA52C719195B}" destId="{5F43182A-0EFD-4714-A35B-A63193689320}" srcOrd="3" destOrd="0" parTransId="{B7363112-2CDE-45D7-9B14-736E90C259B2}" sibTransId="{8D518D1F-3E9F-4BB2-B5BF-7DCCFF0D66DA}"/>
    <dgm:cxn modelId="{DEFFBF25-079A-43D2-B014-88FD15736E5D}" srcId="{52427839-7B83-4C74-8128-C804FEFADC00}" destId="{7D0BE0DC-093A-4B52-A483-E9A42627D12F}" srcOrd="1" destOrd="0" parTransId="{28A0C660-F16F-4DA6-AE25-B5B9CFDEB183}" sibTransId="{9ABB2336-304F-4B3D-A5F9-D6BA533C753E}"/>
    <dgm:cxn modelId="{4673A12B-8AEA-4C8C-8C6F-0AF115705795}" type="presOf" srcId="{58867F92-7DE1-42CC-A6D2-EA52C719195B}" destId="{61D6D771-ED5A-4164-95E3-34EC9A34C06A}" srcOrd="0" destOrd="0" presId="urn:microsoft.com/office/officeart/2018/5/layout/CenteredIconLabelDescriptionList"/>
    <dgm:cxn modelId="{E5FC4B62-101E-4DD9-A15A-7B3C19615867}" type="presOf" srcId="{52427839-7B83-4C74-8128-C804FEFADC00}" destId="{BC210E77-E1C7-4B9C-863B-2F8A622D5BA5}" srcOrd="0" destOrd="0" presId="urn:microsoft.com/office/officeart/2018/5/layout/CenteredIconLabelDescriptionList"/>
    <dgm:cxn modelId="{BA3E256A-22E7-4591-8703-F91A5FCD3BF4}" type="presOf" srcId="{FE3BC688-D2FA-4918-A654-6AF49B2B5D48}" destId="{07280F6A-10C8-4FEA-88C6-7E4D0FE8CDF4}" srcOrd="0" destOrd="1" presId="urn:microsoft.com/office/officeart/2018/5/layout/CenteredIconLabelDescriptionList"/>
    <dgm:cxn modelId="{5E2E7B72-DB4B-4DBC-9286-54B168C8327E}" type="presOf" srcId="{477CE2A3-263E-4127-9BB4-5DFBCC30D97D}" destId="{0A4A0796-8E2B-493D-B7E5-8E7BAD2D3A4C}" srcOrd="0" destOrd="1" presId="urn:microsoft.com/office/officeart/2018/5/layout/CenteredIconLabelDescriptionList"/>
    <dgm:cxn modelId="{A0155081-C0F0-40E1-99C5-FC21DD1A7E9C}" type="presOf" srcId="{5F43182A-0EFD-4714-A35B-A63193689320}" destId="{07280F6A-10C8-4FEA-88C6-7E4D0FE8CDF4}" srcOrd="0" destOrd="3" presId="urn:microsoft.com/office/officeart/2018/5/layout/CenteredIconLabelDescriptionList"/>
    <dgm:cxn modelId="{090BD7A2-06F3-4E69-AEA3-CA588D3902FA}" type="presOf" srcId="{D038DD6C-79E3-4474-9F96-D0087CF49380}" destId="{07280F6A-10C8-4FEA-88C6-7E4D0FE8CDF4}" srcOrd="0" destOrd="0" presId="urn:microsoft.com/office/officeart/2018/5/layout/CenteredIconLabelDescriptionList"/>
    <dgm:cxn modelId="{EF5318B6-3FE7-4523-B9AB-485D0D9F6873}" type="presOf" srcId="{EA09BE8E-E4CA-44E7-87AF-2D5A31702C88}" destId="{0A4A0796-8E2B-493D-B7E5-8E7BAD2D3A4C}" srcOrd="0" destOrd="0" presId="urn:microsoft.com/office/officeart/2018/5/layout/CenteredIconLabelDescriptionList"/>
    <dgm:cxn modelId="{0A348BC8-8933-41FB-B621-E0AD1CC1D721}" type="presOf" srcId="{7D0BE0DC-093A-4B52-A483-E9A42627D12F}" destId="{ECC3DB15-9697-4C4F-8815-E36464A32837}" srcOrd="0" destOrd="0" presId="urn:microsoft.com/office/officeart/2018/5/layout/CenteredIconLabelDescriptionList"/>
    <dgm:cxn modelId="{D677BFD6-B652-4D90-97CF-B70B8710E373}" srcId="{58867F92-7DE1-42CC-A6D2-EA52C719195B}" destId="{D038DD6C-79E3-4474-9F96-D0087CF49380}" srcOrd="0" destOrd="0" parTransId="{25A64EE7-218B-4F7F-9B7E-5BE6504B39F7}" sibTransId="{3FB312B5-FF0B-43F6-88A8-7CD36103DAA2}"/>
    <dgm:cxn modelId="{EBA46DDE-F1B6-439F-AA39-1015B9387C32}" type="presOf" srcId="{851F42F6-5B48-4A94-98EF-50ADE3962FFC}" destId="{0A4A0796-8E2B-493D-B7E5-8E7BAD2D3A4C}" srcOrd="0" destOrd="2" presId="urn:microsoft.com/office/officeart/2018/5/layout/CenteredIconLabelDescriptionList"/>
    <dgm:cxn modelId="{7BE1DDDE-E894-4040-AF6D-10F6C9FAB770}" srcId="{58867F92-7DE1-42CC-A6D2-EA52C719195B}" destId="{A8164C2D-25C4-4D4D-9BB6-2C77EB9FA00A}" srcOrd="2" destOrd="0" parTransId="{CC0EAED0-2249-465B-958A-667E566B8166}" sibTransId="{C3BF1D8B-A1A0-418A-B293-7B4340ADDC50}"/>
    <dgm:cxn modelId="{770301ED-F11D-4A98-9B8E-2D9F5D3838F9}" srcId="{58867F92-7DE1-42CC-A6D2-EA52C719195B}" destId="{FE3BC688-D2FA-4918-A654-6AF49B2B5D48}" srcOrd="1" destOrd="0" parTransId="{965E154C-8254-44A7-A6CC-37A3988532F7}" sibTransId="{8811AF58-4909-4352-9AE1-B656EC0789BF}"/>
    <dgm:cxn modelId="{61E1C5F9-F853-4EFF-A79B-2A1748F6197A}" srcId="{7D0BE0DC-093A-4B52-A483-E9A42627D12F}" destId="{EA09BE8E-E4CA-44E7-87AF-2D5A31702C88}" srcOrd="0" destOrd="0" parTransId="{2C1F1AE7-94A1-4882-BDA5-BB7FB6119841}" sibTransId="{9D090123-6596-4EC4-8159-36431EF9519A}"/>
    <dgm:cxn modelId="{423B5D15-4E3C-422B-A4E4-6C3A079D3EE6}" type="presParOf" srcId="{BC210E77-E1C7-4B9C-863B-2F8A622D5BA5}" destId="{FD22337F-3F52-4064-8C64-CC0D8F6837D3}" srcOrd="0" destOrd="0" presId="urn:microsoft.com/office/officeart/2018/5/layout/CenteredIconLabelDescriptionList"/>
    <dgm:cxn modelId="{3AB8F2BA-AC11-419F-8E84-40DA24D0E24C}" type="presParOf" srcId="{FD22337F-3F52-4064-8C64-CC0D8F6837D3}" destId="{CA8A0F49-6F09-4509-8EF1-E4CCE64EF340}" srcOrd="0" destOrd="0" presId="urn:microsoft.com/office/officeart/2018/5/layout/CenteredIconLabelDescriptionList"/>
    <dgm:cxn modelId="{4B4CCE06-8774-46C3-98FE-68CEDAB7A304}" type="presParOf" srcId="{FD22337F-3F52-4064-8C64-CC0D8F6837D3}" destId="{2ACC1179-6266-4BE2-AFF2-F0D3F0EE5C37}" srcOrd="1" destOrd="0" presId="urn:microsoft.com/office/officeart/2018/5/layout/CenteredIconLabelDescriptionList"/>
    <dgm:cxn modelId="{B97F506D-89BC-4256-9918-01D37EE57ACA}" type="presParOf" srcId="{FD22337F-3F52-4064-8C64-CC0D8F6837D3}" destId="{61D6D771-ED5A-4164-95E3-34EC9A34C06A}" srcOrd="2" destOrd="0" presId="urn:microsoft.com/office/officeart/2018/5/layout/CenteredIconLabelDescriptionList"/>
    <dgm:cxn modelId="{31E9BFF6-6CBC-4B6C-A079-6D2429327F9C}" type="presParOf" srcId="{FD22337F-3F52-4064-8C64-CC0D8F6837D3}" destId="{817DF6EC-54E5-4D4A-8369-9BDA3BDDAF12}" srcOrd="3" destOrd="0" presId="urn:microsoft.com/office/officeart/2018/5/layout/CenteredIconLabelDescriptionList"/>
    <dgm:cxn modelId="{138D4DF5-D4E0-4E92-908F-FA059FA2E3FB}" type="presParOf" srcId="{FD22337F-3F52-4064-8C64-CC0D8F6837D3}" destId="{07280F6A-10C8-4FEA-88C6-7E4D0FE8CDF4}" srcOrd="4" destOrd="0" presId="urn:microsoft.com/office/officeart/2018/5/layout/CenteredIconLabelDescriptionList"/>
    <dgm:cxn modelId="{DF166FE1-8AC6-4D57-9456-D3909463DA1C}" type="presParOf" srcId="{BC210E77-E1C7-4B9C-863B-2F8A622D5BA5}" destId="{10A07109-FA71-47CC-9056-C8345E811B3A}" srcOrd="1" destOrd="0" presId="urn:microsoft.com/office/officeart/2018/5/layout/CenteredIconLabelDescriptionList"/>
    <dgm:cxn modelId="{944C8DA8-7633-445E-A79B-7D8BB0B5ECB5}" type="presParOf" srcId="{BC210E77-E1C7-4B9C-863B-2F8A622D5BA5}" destId="{F4CC468C-6C2E-4102-B8AC-DCE47B9C5B02}" srcOrd="2" destOrd="0" presId="urn:microsoft.com/office/officeart/2018/5/layout/CenteredIconLabelDescriptionList"/>
    <dgm:cxn modelId="{52443BB1-BE63-4FEC-A08F-011AB643CBBA}" type="presParOf" srcId="{F4CC468C-6C2E-4102-B8AC-DCE47B9C5B02}" destId="{787FF9F3-84A1-4FC6-BFF9-0238B038ADC4}" srcOrd="0" destOrd="0" presId="urn:microsoft.com/office/officeart/2018/5/layout/CenteredIconLabelDescriptionList"/>
    <dgm:cxn modelId="{06DB7C18-9BEB-4CC5-A171-959802B0715E}" type="presParOf" srcId="{F4CC468C-6C2E-4102-B8AC-DCE47B9C5B02}" destId="{AC3B88CA-90FB-47B8-A1E0-A14578B7CB71}" srcOrd="1" destOrd="0" presId="urn:microsoft.com/office/officeart/2018/5/layout/CenteredIconLabelDescriptionList"/>
    <dgm:cxn modelId="{DC70EBC2-EF46-48EB-8D80-AAE3443C2EC4}" type="presParOf" srcId="{F4CC468C-6C2E-4102-B8AC-DCE47B9C5B02}" destId="{ECC3DB15-9697-4C4F-8815-E36464A32837}" srcOrd="2" destOrd="0" presId="urn:microsoft.com/office/officeart/2018/5/layout/CenteredIconLabelDescriptionList"/>
    <dgm:cxn modelId="{AF16B5B6-FACD-41AA-BD91-4FB269501E14}" type="presParOf" srcId="{F4CC468C-6C2E-4102-B8AC-DCE47B9C5B02}" destId="{03815949-2EC5-4F85-85FB-9751AE525A91}" srcOrd="3" destOrd="0" presId="urn:microsoft.com/office/officeart/2018/5/layout/CenteredIconLabelDescriptionList"/>
    <dgm:cxn modelId="{35956FF6-8399-4764-A4D9-03AE9152CE7B}" type="presParOf" srcId="{F4CC468C-6C2E-4102-B8AC-DCE47B9C5B02}" destId="{0A4A0796-8E2B-493D-B7E5-8E7BAD2D3A4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5BA12F3-59CC-4538-B001-BD88E2C2C4CA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BE0B5FF-7579-4656-BD34-8C92A226C764}">
      <dgm:prSet/>
      <dgm:spPr/>
      <dgm:t>
        <a:bodyPr/>
        <a:lstStyle/>
        <a:p>
          <a:r>
            <a:rPr lang="en-US"/>
            <a:t>Importance of modular architecture </a:t>
          </a:r>
        </a:p>
      </dgm:t>
    </dgm:pt>
    <dgm:pt modelId="{6818DC38-061B-4A73-9DC7-8C3ABE996D6D}" type="parTrans" cxnId="{8DF269B1-2386-4BF8-9A41-1BD2054E2713}">
      <dgm:prSet/>
      <dgm:spPr/>
      <dgm:t>
        <a:bodyPr/>
        <a:lstStyle/>
        <a:p>
          <a:endParaRPr lang="en-US"/>
        </a:p>
      </dgm:t>
    </dgm:pt>
    <dgm:pt modelId="{0F674C10-507C-404B-942B-B483143B033F}" type="sibTrans" cxnId="{8DF269B1-2386-4BF8-9A41-1BD2054E2713}">
      <dgm:prSet/>
      <dgm:spPr/>
      <dgm:t>
        <a:bodyPr/>
        <a:lstStyle/>
        <a:p>
          <a:endParaRPr lang="en-US"/>
        </a:p>
      </dgm:t>
    </dgm:pt>
    <dgm:pt modelId="{CFF5BEAE-B913-4460-8584-238B2159B33A}">
      <dgm:prSet/>
      <dgm:spPr/>
      <dgm:t>
        <a:bodyPr/>
        <a:lstStyle/>
        <a:p>
          <a:r>
            <a:rPr lang="en-US"/>
            <a:t>Multi-model comparison improves analysis </a:t>
          </a:r>
        </a:p>
      </dgm:t>
    </dgm:pt>
    <dgm:pt modelId="{FF2564D2-D03B-4C04-9B72-AF6B4B9933DF}" type="parTrans" cxnId="{106AEAFC-813E-46EA-83E1-C760C8AE5AF1}">
      <dgm:prSet/>
      <dgm:spPr/>
      <dgm:t>
        <a:bodyPr/>
        <a:lstStyle/>
        <a:p>
          <a:endParaRPr lang="en-US"/>
        </a:p>
      </dgm:t>
    </dgm:pt>
    <dgm:pt modelId="{E62BE762-BF7B-4C8B-B881-6DA257574635}" type="sibTrans" cxnId="{106AEAFC-813E-46EA-83E1-C760C8AE5AF1}">
      <dgm:prSet/>
      <dgm:spPr/>
      <dgm:t>
        <a:bodyPr/>
        <a:lstStyle/>
        <a:p>
          <a:endParaRPr lang="en-US"/>
        </a:p>
      </dgm:t>
    </dgm:pt>
    <dgm:pt modelId="{8849A066-7D2D-4030-881D-FFBD17083FD3}">
      <dgm:prSet/>
      <dgm:spPr/>
      <dgm:t>
        <a:bodyPr/>
        <a:lstStyle/>
        <a:p>
          <a:r>
            <a:rPr lang="en-US"/>
            <a:t>UI design affects usability </a:t>
          </a:r>
        </a:p>
      </dgm:t>
    </dgm:pt>
    <dgm:pt modelId="{F2A7A443-9E6C-447E-AFE7-C254F3F50767}" type="parTrans" cxnId="{D69397E2-A6CD-40F9-9BAE-858D62AD0CA7}">
      <dgm:prSet/>
      <dgm:spPr/>
      <dgm:t>
        <a:bodyPr/>
        <a:lstStyle/>
        <a:p>
          <a:endParaRPr lang="en-US"/>
        </a:p>
      </dgm:t>
    </dgm:pt>
    <dgm:pt modelId="{48CCC231-01B7-4B19-AAC8-F0924D95EADD}" type="sibTrans" cxnId="{D69397E2-A6CD-40F9-9BAE-858D62AD0CA7}">
      <dgm:prSet/>
      <dgm:spPr/>
      <dgm:t>
        <a:bodyPr/>
        <a:lstStyle/>
        <a:p>
          <a:endParaRPr lang="en-US"/>
        </a:p>
      </dgm:t>
    </dgm:pt>
    <dgm:pt modelId="{29DA9EC3-B76D-4892-B782-B5322F32F850}">
      <dgm:prSet/>
      <dgm:spPr/>
      <dgm:t>
        <a:bodyPr/>
        <a:lstStyle/>
        <a:p>
          <a:r>
            <a:rPr lang="en-US"/>
            <a:t>Error handling is critical</a:t>
          </a:r>
        </a:p>
      </dgm:t>
    </dgm:pt>
    <dgm:pt modelId="{D0898124-F131-453D-924A-15C3617137C5}" type="parTrans" cxnId="{E0FA6364-7BC6-47F6-A7EF-C3BDEE5B7AA2}">
      <dgm:prSet/>
      <dgm:spPr/>
      <dgm:t>
        <a:bodyPr/>
        <a:lstStyle/>
        <a:p>
          <a:endParaRPr lang="en-US"/>
        </a:p>
      </dgm:t>
    </dgm:pt>
    <dgm:pt modelId="{C2A805BB-D966-43A6-9E27-24B5CD4447A1}" type="sibTrans" cxnId="{E0FA6364-7BC6-47F6-A7EF-C3BDEE5B7AA2}">
      <dgm:prSet/>
      <dgm:spPr/>
      <dgm:t>
        <a:bodyPr/>
        <a:lstStyle/>
        <a:p>
          <a:endParaRPr lang="en-US"/>
        </a:p>
      </dgm:t>
    </dgm:pt>
    <dgm:pt modelId="{6DF2C31B-C2B5-4975-A21E-EF94AF4AF815}" type="pres">
      <dgm:prSet presAssocID="{C5BA12F3-59CC-4538-B001-BD88E2C2C4C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856AF31-5602-4038-857B-810D91DB964A}" type="pres">
      <dgm:prSet presAssocID="{ABE0B5FF-7579-4656-BD34-8C92A226C764}" presName="hierRoot1" presStyleCnt="0"/>
      <dgm:spPr/>
    </dgm:pt>
    <dgm:pt modelId="{367D4676-7C9F-426A-B13F-5CF1B12A6651}" type="pres">
      <dgm:prSet presAssocID="{ABE0B5FF-7579-4656-BD34-8C92A226C764}" presName="composite" presStyleCnt="0"/>
      <dgm:spPr/>
    </dgm:pt>
    <dgm:pt modelId="{F151DD98-A954-4475-A860-41FE51E0E691}" type="pres">
      <dgm:prSet presAssocID="{ABE0B5FF-7579-4656-BD34-8C92A226C764}" presName="background" presStyleLbl="node0" presStyleIdx="0" presStyleCnt="4"/>
      <dgm:spPr/>
    </dgm:pt>
    <dgm:pt modelId="{DC5B1A53-6985-4FEE-B670-E49106C89F4F}" type="pres">
      <dgm:prSet presAssocID="{ABE0B5FF-7579-4656-BD34-8C92A226C764}" presName="text" presStyleLbl="fgAcc0" presStyleIdx="0" presStyleCnt="4">
        <dgm:presLayoutVars>
          <dgm:chPref val="3"/>
        </dgm:presLayoutVars>
      </dgm:prSet>
      <dgm:spPr/>
    </dgm:pt>
    <dgm:pt modelId="{8E1CCAF2-4EFB-47E9-A76A-834D7C250679}" type="pres">
      <dgm:prSet presAssocID="{ABE0B5FF-7579-4656-BD34-8C92A226C764}" presName="hierChild2" presStyleCnt="0"/>
      <dgm:spPr/>
    </dgm:pt>
    <dgm:pt modelId="{ECC5AA08-4151-465F-9B17-369C454320AF}" type="pres">
      <dgm:prSet presAssocID="{CFF5BEAE-B913-4460-8584-238B2159B33A}" presName="hierRoot1" presStyleCnt="0"/>
      <dgm:spPr/>
    </dgm:pt>
    <dgm:pt modelId="{3E7D034C-FE49-484C-AFF4-C8ADBD1AB8DC}" type="pres">
      <dgm:prSet presAssocID="{CFF5BEAE-B913-4460-8584-238B2159B33A}" presName="composite" presStyleCnt="0"/>
      <dgm:spPr/>
    </dgm:pt>
    <dgm:pt modelId="{CD2AC4F4-0839-4D8B-9A20-2B097070DA4D}" type="pres">
      <dgm:prSet presAssocID="{CFF5BEAE-B913-4460-8584-238B2159B33A}" presName="background" presStyleLbl="node0" presStyleIdx="1" presStyleCnt="4"/>
      <dgm:spPr/>
    </dgm:pt>
    <dgm:pt modelId="{2B28257F-DC76-483F-8888-C4524A4E9F33}" type="pres">
      <dgm:prSet presAssocID="{CFF5BEAE-B913-4460-8584-238B2159B33A}" presName="text" presStyleLbl="fgAcc0" presStyleIdx="1" presStyleCnt="4">
        <dgm:presLayoutVars>
          <dgm:chPref val="3"/>
        </dgm:presLayoutVars>
      </dgm:prSet>
      <dgm:spPr/>
    </dgm:pt>
    <dgm:pt modelId="{A63F66DF-EA95-4905-855D-7D91453A7D2D}" type="pres">
      <dgm:prSet presAssocID="{CFF5BEAE-B913-4460-8584-238B2159B33A}" presName="hierChild2" presStyleCnt="0"/>
      <dgm:spPr/>
    </dgm:pt>
    <dgm:pt modelId="{00BD9974-C144-4E4C-B753-1CAB8D3E085C}" type="pres">
      <dgm:prSet presAssocID="{8849A066-7D2D-4030-881D-FFBD17083FD3}" presName="hierRoot1" presStyleCnt="0"/>
      <dgm:spPr/>
    </dgm:pt>
    <dgm:pt modelId="{8B46C2D3-0042-435E-8346-1269F76EA2F7}" type="pres">
      <dgm:prSet presAssocID="{8849A066-7D2D-4030-881D-FFBD17083FD3}" presName="composite" presStyleCnt="0"/>
      <dgm:spPr/>
    </dgm:pt>
    <dgm:pt modelId="{451F2E31-9F5D-4A4E-8709-D1042303A9C0}" type="pres">
      <dgm:prSet presAssocID="{8849A066-7D2D-4030-881D-FFBD17083FD3}" presName="background" presStyleLbl="node0" presStyleIdx="2" presStyleCnt="4"/>
      <dgm:spPr/>
    </dgm:pt>
    <dgm:pt modelId="{2A4FFA94-E455-4893-A9D1-F8ABD1B9A97D}" type="pres">
      <dgm:prSet presAssocID="{8849A066-7D2D-4030-881D-FFBD17083FD3}" presName="text" presStyleLbl="fgAcc0" presStyleIdx="2" presStyleCnt="4">
        <dgm:presLayoutVars>
          <dgm:chPref val="3"/>
        </dgm:presLayoutVars>
      </dgm:prSet>
      <dgm:spPr/>
    </dgm:pt>
    <dgm:pt modelId="{50A62FE3-FEB6-44F5-BA9C-02C74CA11677}" type="pres">
      <dgm:prSet presAssocID="{8849A066-7D2D-4030-881D-FFBD17083FD3}" presName="hierChild2" presStyleCnt="0"/>
      <dgm:spPr/>
    </dgm:pt>
    <dgm:pt modelId="{E34755D1-7871-4C38-B627-CAF0BC96FC0C}" type="pres">
      <dgm:prSet presAssocID="{29DA9EC3-B76D-4892-B782-B5322F32F850}" presName="hierRoot1" presStyleCnt="0"/>
      <dgm:spPr/>
    </dgm:pt>
    <dgm:pt modelId="{74B895CB-B230-4452-B6F3-1A4573C7196E}" type="pres">
      <dgm:prSet presAssocID="{29DA9EC3-B76D-4892-B782-B5322F32F850}" presName="composite" presStyleCnt="0"/>
      <dgm:spPr/>
    </dgm:pt>
    <dgm:pt modelId="{1DD8D004-3DFF-42E0-A92A-5DC45885F74F}" type="pres">
      <dgm:prSet presAssocID="{29DA9EC3-B76D-4892-B782-B5322F32F850}" presName="background" presStyleLbl="node0" presStyleIdx="3" presStyleCnt="4"/>
      <dgm:spPr/>
    </dgm:pt>
    <dgm:pt modelId="{848FE9E5-1099-406F-80F5-EEC8DC978749}" type="pres">
      <dgm:prSet presAssocID="{29DA9EC3-B76D-4892-B782-B5322F32F850}" presName="text" presStyleLbl="fgAcc0" presStyleIdx="3" presStyleCnt="4">
        <dgm:presLayoutVars>
          <dgm:chPref val="3"/>
        </dgm:presLayoutVars>
      </dgm:prSet>
      <dgm:spPr/>
    </dgm:pt>
    <dgm:pt modelId="{88F73686-36C8-4F14-9F59-EC48462B493B}" type="pres">
      <dgm:prSet presAssocID="{29DA9EC3-B76D-4892-B782-B5322F32F850}" presName="hierChild2" presStyleCnt="0"/>
      <dgm:spPr/>
    </dgm:pt>
  </dgm:ptLst>
  <dgm:cxnLst>
    <dgm:cxn modelId="{BAA44304-A0DB-4B50-B1CB-2C458331076A}" type="presOf" srcId="{ABE0B5FF-7579-4656-BD34-8C92A226C764}" destId="{DC5B1A53-6985-4FEE-B670-E49106C89F4F}" srcOrd="0" destOrd="0" presId="urn:microsoft.com/office/officeart/2005/8/layout/hierarchy1"/>
    <dgm:cxn modelId="{F062222C-EDBC-4486-8CF6-367CCB35F895}" type="presOf" srcId="{8849A066-7D2D-4030-881D-FFBD17083FD3}" destId="{2A4FFA94-E455-4893-A9D1-F8ABD1B9A97D}" srcOrd="0" destOrd="0" presId="urn:microsoft.com/office/officeart/2005/8/layout/hierarchy1"/>
    <dgm:cxn modelId="{2361EC5C-E0EE-41DC-9E4E-404E97C815D4}" type="presOf" srcId="{CFF5BEAE-B913-4460-8584-238B2159B33A}" destId="{2B28257F-DC76-483F-8888-C4524A4E9F33}" srcOrd="0" destOrd="0" presId="urn:microsoft.com/office/officeart/2005/8/layout/hierarchy1"/>
    <dgm:cxn modelId="{E0FA6364-7BC6-47F6-A7EF-C3BDEE5B7AA2}" srcId="{C5BA12F3-59CC-4538-B001-BD88E2C2C4CA}" destId="{29DA9EC3-B76D-4892-B782-B5322F32F850}" srcOrd="3" destOrd="0" parTransId="{D0898124-F131-453D-924A-15C3617137C5}" sibTransId="{C2A805BB-D966-43A6-9E27-24B5CD4447A1}"/>
    <dgm:cxn modelId="{046E354D-39E3-4D2A-A9B1-5312C0C784B4}" type="presOf" srcId="{29DA9EC3-B76D-4892-B782-B5322F32F850}" destId="{848FE9E5-1099-406F-80F5-EEC8DC978749}" srcOrd="0" destOrd="0" presId="urn:microsoft.com/office/officeart/2005/8/layout/hierarchy1"/>
    <dgm:cxn modelId="{442EB397-0779-44B2-84EA-3EBE64F488D3}" type="presOf" srcId="{C5BA12F3-59CC-4538-B001-BD88E2C2C4CA}" destId="{6DF2C31B-C2B5-4975-A21E-EF94AF4AF815}" srcOrd="0" destOrd="0" presId="urn:microsoft.com/office/officeart/2005/8/layout/hierarchy1"/>
    <dgm:cxn modelId="{8DF269B1-2386-4BF8-9A41-1BD2054E2713}" srcId="{C5BA12F3-59CC-4538-B001-BD88E2C2C4CA}" destId="{ABE0B5FF-7579-4656-BD34-8C92A226C764}" srcOrd="0" destOrd="0" parTransId="{6818DC38-061B-4A73-9DC7-8C3ABE996D6D}" sibTransId="{0F674C10-507C-404B-942B-B483143B033F}"/>
    <dgm:cxn modelId="{D69397E2-A6CD-40F9-9BAE-858D62AD0CA7}" srcId="{C5BA12F3-59CC-4538-B001-BD88E2C2C4CA}" destId="{8849A066-7D2D-4030-881D-FFBD17083FD3}" srcOrd="2" destOrd="0" parTransId="{F2A7A443-9E6C-447E-AFE7-C254F3F50767}" sibTransId="{48CCC231-01B7-4B19-AAC8-F0924D95EADD}"/>
    <dgm:cxn modelId="{106AEAFC-813E-46EA-83E1-C760C8AE5AF1}" srcId="{C5BA12F3-59CC-4538-B001-BD88E2C2C4CA}" destId="{CFF5BEAE-B913-4460-8584-238B2159B33A}" srcOrd="1" destOrd="0" parTransId="{FF2564D2-D03B-4C04-9B72-AF6B4B9933DF}" sibTransId="{E62BE762-BF7B-4C8B-B881-6DA257574635}"/>
    <dgm:cxn modelId="{3CB91556-1A61-4FAD-B6F2-87DE8358C4E9}" type="presParOf" srcId="{6DF2C31B-C2B5-4975-A21E-EF94AF4AF815}" destId="{6856AF31-5602-4038-857B-810D91DB964A}" srcOrd="0" destOrd="0" presId="urn:microsoft.com/office/officeart/2005/8/layout/hierarchy1"/>
    <dgm:cxn modelId="{CF69A4BC-EBBF-46B7-9B86-0532EDF37833}" type="presParOf" srcId="{6856AF31-5602-4038-857B-810D91DB964A}" destId="{367D4676-7C9F-426A-B13F-5CF1B12A6651}" srcOrd="0" destOrd="0" presId="urn:microsoft.com/office/officeart/2005/8/layout/hierarchy1"/>
    <dgm:cxn modelId="{494232F6-D047-42CB-86BE-D209A08816B5}" type="presParOf" srcId="{367D4676-7C9F-426A-B13F-5CF1B12A6651}" destId="{F151DD98-A954-4475-A860-41FE51E0E691}" srcOrd="0" destOrd="0" presId="urn:microsoft.com/office/officeart/2005/8/layout/hierarchy1"/>
    <dgm:cxn modelId="{7E72378D-D93B-4A63-91D6-B2E0FBD1CDCB}" type="presParOf" srcId="{367D4676-7C9F-426A-B13F-5CF1B12A6651}" destId="{DC5B1A53-6985-4FEE-B670-E49106C89F4F}" srcOrd="1" destOrd="0" presId="urn:microsoft.com/office/officeart/2005/8/layout/hierarchy1"/>
    <dgm:cxn modelId="{1B1B957B-219F-48AF-A9AD-8DDD30F0B336}" type="presParOf" srcId="{6856AF31-5602-4038-857B-810D91DB964A}" destId="{8E1CCAF2-4EFB-47E9-A76A-834D7C250679}" srcOrd="1" destOrd="0" presId="urn:microsoft.com/office/officeart/2005/8/layout/hierarchy1"/>
    <dgm:cxn modelId="{E1F887AD-E918-4969-80CA-138F992585CB}" type="presParOf" srcId="{6DF2C31B-C2B5-4975-A21E-EF94AF4AF815}" destId="{ECC5AA08-4151-465F-9B17-369C454320AF}" srcOrd="1" destOrd="0" presId="urn:microsoft.com/office/officeart/2005/8/layout/hierarchy1"/>
    <dgm:cxn modelId="{C85D9832-DD95-4E72-B327-CED91DA7BF62}" type="presParOf" srcId="{ECC5AA08-4151-465F-9B17-369C454320AF}" destId="{3E7D034C-FE49-484C-AFF4-C8ADBD1AB8DC}" srcOrd="0" destOrd="0" presId="urn:microsoft.com/office/officeart/2005/8/layout/hierarchy1"/>
    <dgm:cxn modelId="{656E59BF-7D63-43DB-9D58-302A17181A9E}" type="presParOf" srcId="{3E7D034C-FE49-484C-AFF4-C8ADBD1AB8DC}" destId="{CD2AC4F4-0839-4D8B-9A20-2B097070DA4D}" srcOrd="0" destOrd="0" presId="urn:microsoft.com/office/officeart/2005/8/layout/hierarchy1"/>
    <dgm:cxn modelId="{940DB05A-02B6-467E-A410-CD42D3F34CCF}" type="presParOf" srcId="{3E7D034C-FE49-484C-AFF4-C8ADBD1AB8DC}" destId="{2B28257F-DC76-483F-8888-C4524A4E9F33}" srcOrd="1" destOrd="0" presId="urn:microsoft.com/office/officeart/2005/8/layout/hierarchy1"/>
    <dgm:cxn modelId="{A2B928D8-CDD6-4EDA-8FF4-5414010A7D3E}" type="presParOf" srcId="{ECC5AA08-4151-465F-9B17-369C454320AF}" destId="{A63F66DF-EA95-4905-855D-7D91453A7D2D}" srcOrd="1" destOrd="0" presId="urn:microsoft.com/office/officeart/2005/8/layout/hierarchy1"/>
    <dgm:cxn modelId="{741A0934-46F9-477C-8354-715F9AF6F570}" type="presParOf" srcId="{6DF2C31B-C2B5-4975-A21E-EF94AF4AF815}" destId="{00BD9974-C144-4E4C-B753-1CAB8D3E085C}" srcOrd="2" destOrd="0" presId="urn:microsoft.com/office/officeart/2005/8/layout/hierarchy1"/>
    <dgm:cxn modelId="{B8868402-06CE-4295-939C-89E15B70937B}" type="presParOf" srcId="{00BD9974-C144-4E4C-B753-1CAB8D3E085C}" destId="{8B46C2D3-0042-435E-8346-1269F76EA2F7}" srcOrd="0" destOrd="0" presId="urn:microsoft.com/office/officeart/2005/8/layout/hierarchy1"/>
    <dgm:cxn modelId="{9EEE251B-2FBA-46C6-885F-FE97DCFA4540}" type="presParOf" srcId="{8B46C2D3-0042-435E-8346-1269F76EA2F7}" destId="{451F2E31-9F5D-4A4E-8709-D1042303A9C0}" srcOrd="0" destOrd="0" presId="urn:microsoft.com/office/officeart/2005/8/layout/hierarchy1"/>
    <dgm:cxn modelId="{E0FCC5AE-16F4-4FF9-9411-54CD6E0ACC4E}" type="presParOf" srcId="{8B46C2D3-0042-435E-8346-1269F76EA2F7}" destId="{2A4FFA94-E455-4893-A9D1-F8ABD1B9A97D}" srcOrd="1" destOrd="0" presId="urn:microsoft.com/office/officeart/2005/8/layout/hierarchy1"/>
    <dgm:cxn modelId="{3BE269C7-ED5E-4D3D-B6C9-BC23F789D71B}" type="presParOf" srcId="{00BD9974-C144-4E4C-B753-1CAB8D3E085C}" destId="{50A62FE3-FEB6-44F5-BA9C-02C74CA11677}" srcOrd="1" destOrd="0" presId="urn:microsoft.com/office/officeart/2005/8/layout/hierarchy1"/>
    <dgm:cxn modelId="{31DD8359-6D97-489B-A670-A1F833DE5DE2}" type="presParOf" srcId="{6DF2C31B-C2B5-4975-A21E-EF94AF4AF815}" destId="{E34755D1-7871-4C38-B627-CAF0BC96FC0C}" srcOrd="3" destOrd="0" presId="urn:microsoft.com/office/officeart/2005/8/layout/hierarchy1"/>
    <dgm:cxn modelId="{C581E8AB-6612-49EB-A84B-C16B486CAC68}" type="presParOf" srcId="{E34755D1-7871-4C38-B627-CAF0BC96FC0C}" destId="{74B895CB-B230-4452-B6F3-1A4573C7196E}" srcOrd="0" destOrd="0" presId="urn:microsoft.com/office/officeart/2005/8/layout/hierarchy1"/>
    <dgm:cxn modelId="{B7E68B8A-9EBF-4EE0-85DD-7F4504BDE962}" type="presParOf" srcId="{74B895CB-B230-4452-B6F3-1A4573C7196E}" destId="{1DD8D004-3DFF-42E0-A92A-5DC45885F74F}" srcOrd="0" destOrd="0" presId="urn:microsoft.com/office/officeart/2005/8/layout/hierarchy1"/>
    <dgm:cxn modelId="{6DA36371-3CD1-467E-923A-193F37F7D96D}" type="presParOf" srcId="{74B895CB-B230-4452-B6F3-1A4573C7196E}" destId="{848FE9E5-1099-406F-80F5-EEC8DC978749}" srcOrd="1" destOrd="0" presId="urn:microsoft.com/office/officeart/2005/8/layout/hierarchy1"/>
    <dgm:cxn modelId="{0E93369E-1627-46F2-93C6-15123436AA8E}" type="presParOf" srcId="{E34755D1-7871-4C38-B627-CAF0BC96FC0C}" destId="{88F73686-36C8-4F14-9F59-EC48462B493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58FFD0D-7809-4D73-BEEB-9F5BC3C7C33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FDD2B4D-8777-4A70-8619-F4312D494FAD}">
      <dgm:prSet/>
      <dgm:spPr/>
      <dgm:t>
        <a:bodyPr/>
        <a:lstStyle/>
        <a:p>
          <a:r>
            <a:rPr lang="en-US"/>
            <a:t>Real ML models </a:t>
          </a:r>
        </a:p>
      </dgm:t>
    </dgm:pt>
    <dgm:pt modelId="{BB170D7C-7748-4A60-85F0-5E48AC5775AC}" type="parTrans" cxnId="{253CB36D-E3ED-4055-B4D8-E9F0C6DB5C74}">
      <dgm:prSet/>
      <dgm:spPr/>
      <dgm:t>
        <a:bodyPr/>
        <a:lstStyle/>
        <a:p>
          <a:endParaRPr lang="en-US"/>
        </a:p>
      </dgm:t>
    </dgm:pt>
    <dgm:pt modelId="{C8BEDA06-7A17-4CAE-95F4-A7CD072E2E4B}" type="sibTrans" cxnId="{253CB36D-E3ED-4055-B4D8-E9F0C6DB5C74}">
      <dgm:prSet/>
      <dgm:spPr/>
      <dgm:t>
        <a:bodyPr/>
        <a:lstStyle/>
        <a:p>
          <a:endParaRPr lang="en-US"/>
        </a:p>
      </dgm:t>
    </dgm:pt>
    <dgm:pt modelId="{662F589A-1BC3-4A24-856B-FA9880E33285}">
      <dgm:prSet/>
      <dgm:spPr/>
      <dgm:t>
        <a:bodyPr/>
        <a:lstStyle/>
        <a:p>
          <a:r>
            <a:rPr lang="en-US"/>
            <a:t>Voice input </a:t>
          </a:r>
        </a:p>
      </dgm:t>
    </dgm:pt>
    <dgm:pt modelId="{45BDB676-15CD-44E0-9244-1B8C76951970}" type="parTrans" cxnId="{2A0B8DC2-2C3E-496F-9B65-8F39EBA26FF0}">
      <dgm:prSet/>
      <dgm:spPr/>
      <dgm:t>
        <a:bodyPr/>
        <a:lstStyle/>
        <a:p>
          <a:endParaRPr lang="en-US"/>
        </a:p>
      </dgm:t>
    </dgm:pt>
    <dgm:pt modelId="{82D6632D-DD27-4A79-AE44-DA715ADD3504}" type="sibTrans" cxnId="{2A0B8DC2-2C3E-496F-9B65-8F39EBA26FF0}">
      <dgm:prSet/>
      <dgm:spPr/>
      <dgm:t>
        <a:bodyPr/>
        <a:lstStyle/>
        <a:p>
          <a:endParaRPr lang="en-US"/>
        </a:p>
      </dgm:t>
    </dgm:pt>
    <dgm:pt modelId="{08F9AD8B-4064-4A47-BD8F-C99492DCE25C}">
      <dgm:prSet/>
      <dgm:spPr/>
      <dgm:t>
        <a:bodyPr/>
        <a:lstStyle/>
        <a:p>
          <a:r>
            <a:rPr lang="en-US"/>
            <a:t>File upload </a:t>
          </a:r>
        </a:p>
      </dgm:t>
    </dgm:pt>
    <dgm:pt modelId="{A9CA8B5F-885B-492D-9A23-2D7EFCC90709}" type="parTrans" cxnId="{EC2BB3F6-4609-4611-A1BF-8D03B6C4562F}">
      <dgm:prSet/>
      <dgm:spPr/>
      <dgm:t>
        <a:bodyPr/>
        <a:lstStyle/>
        <a:p>
          <a:endParaRPr lang="en-US"/>
        </a:p>
      </dgm:t>
    </dgm:pt>
    <dgm:pt modelId="{D3B105DD-6C75-491E-80AB-A172FA87BBA3}" type="sibTrans" cxnId="{EC2BB3F6-4609-4611-A1BF-8D03B6C4562F}">
      <dgm:prSet/>
      <dgm:spPr/>
      <dgm:t>
        <a:bodyPr/>
        <a:lstStyle/>
        <a:p>
          <a:endParaRPr lang="en-US"/>
        </a:p>
      </dgm:t>
    </dgm:pt>
    <dgm:pt modelId="{AE9DDA7B-353D-4D8D-8C1C-273F2CB7B6E8}">
      <dgm:prSet/>
      <dgm:spPr/>
      <dgm:t>
        <a:bodyPr/>
        <a:lstStyle/>
        <a:p>
          <a:r>
            <a:rPr lang="en-US"/>
            <a:t>Cloud deployment</a:t>
          </a:r>
        </a:p>
      </dgm:t>
    </dgm:pt>
    <dgm:pt modelId="{AEC64872-98BC-4CE7-8E29-05B2D8AAA740}" type="parTrans" cxnId="{395160A7-6760-4C63-9EB1-FEC3468D4DEE}">
      <dgm:prSet/>
      <dgm:spPr/>
      <dgm:t>
        <a:bodyPr/>
        <a:lstStyle/>
        <a:p>
          <a:endParaRPr lang="en-US"/>
        </a:p>
      </dgm:t>
    </dgm:pt>
    <dgm:pt modelId="{D9DC17C6-FDA0-4CA1-92C7-A7708157DEE4}" type="sibTrans" cxnId="{395160A7-6760-4C63-9EB1-FEC3468D4DEE}">
      <dgm:prSet/>
      <dgm:spPr/>
      <dgm:t>
        <a:bodyPr/>
        <a:lstStyle/>
        <a:p>
          <a:endParaRPr lang="en-US"/>
        </a:p>
      </dgm:t>
    </dgm:pt>
    <dgm:pt modelId="{6843C67E-D763-4F66-BE9A-983F5E38D401}" type="pres">
      <dgm:prSet presAssocID="{358FFD0D-7809-4D73-BEEB-9F5BC3C7C332}" presName="root" presStyleCnt="0">
        <dgm:presLayoutVars>
          <dgm:dir/>
          <dgm:resizeHandles val="exact"/>
        </dgm:presLayoutVars>
      </dgm:prSet>
      <dgm:spPr/>
    </dgm:pt>
    <dgm:pt modelId="{34BC17E4-496A-460A-80E6-3D13EAA3F017}" type="pres">
      <dgm:prSet presAssocID="{AFDD2B4D-8777-4A70-8619-F4312D494FAD}" presName="compNode" presStyleCnt="0"/>
      <dgm:spPr/>
    </dgm:pt>
    <dgm:pt modelId="{2E4E6FFB-3B06-4BAA-AF9C-3F6F3C719052}" type="pres">
      <dgm:prSet presAssocID="{AFDD2B4D-8777-4A70-8619-F4312D494FA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3B038BE-13BB-4DB2-85BA-155394FEF9E1}" type="pres">
      <dgm:prSet presAssocID="{AFDD2B4D-8777-4A70-8619-F4312D494FAD}" presName="spaceRect" presStyleCnt="0"/>
      <dgm:spPr/>
    </dgm:pt>
    <dgm:pt modelId="{F635547B-A88F-40FD-AAD1-12081C4BFB8B}" type="pres">
      <dgm:prSet presAssocID="{AFDD2B4D-8777-4A70-8619-F4312D494FAD}" presName="textRect" presStyleLbl="revTx" presStyleIdx="0" presStyleCnt="4">
        <dgm:presLayoutVars>
          <dgm:chMax val="1"/>
          <dgm:chPref val="1"/>
        </dgm:presLayoutVars>
      </dgm:prSet>
      <dgm:spPr/>
    </dgm:pt>
    <dgm:pt modelId="{2C739A11-EE95-4785-AAC4-DD5D9E1F05CA}" type="pres">
      <dgm:prSet presAssocID="{C8BEDA06-7A17-4CAE-95F4-A7CD072E2E4B}" presName="sibTrans" presStyleCnt="0"/>
      <dgm:spPr/>
    </dgm:pt>
    <dgm:pt modelId="{F66B6157-9046-46B4-AA97-3FBAEF4D20C1}" type="pres">
      <dgm:prSet presAssocID="{662F589A-1BC3-4A24-856B-FA9880E33285}" presName="compNode" presStyleCnt="0"/>
      <dgm:spPr/>
    </dgm:pt>
    <dgm:pt modelId="{53648F64-33A7-498C-B205-84D60F2FFB61}" type="pres">
      <dgm:prSet presAssocID="{662F589A-1BC3-4A24-856B-FA9880E3328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03857E19-826A-40C9-A4CC-6B6BE3A541D7}" type="pres">
      <dgm:prSet presAssocID="{662F589A-1BC3-4A24-856B-FA9880E33285}" presName="spaceRect" presStyleCnt="0"/>
      <dgm:spPr/>
    </dgm:pt>
    <dgm:pt modelId="{C9043158-5751-42E9-AE48-C5E52BCC7281}" type="pres">
      <dgm:prSet presAssocID="{662F589A-1BC3-4A24-856B-FA9880E33285}" presName="textRect" presStyleLbl="revTx" presStyleIdx="1" presStyleCnt="4">
        <dgm:presLayoutVars>
          <dgm:chMax val="1"/>
          <dgm:chPref val="1"/>
        </dgm:presLayoutVars>
      </dgm:prSet>
      <dgm:spPr/>
    </dgm:pt>
    <dgm:pt modelId="{572021F9-81B9-4CFA-B14D-EF35DEA0530C}" type="pres">
      <dgm:prSet presAssocID="{82D6632D-DD27-4A79-AE44-DA715ADD3504}" presName="sibTrans" presStyleCnt="0"/>
      <dgm:spPr/>
    </dgm:pt>
    <dgm:pt modelId="{18AE8293-1D87-406E-B69B-3C6895BA8E7F}" type="pres">
      <dgm:prSet presAssocID="{08F9AD8B-4064-4A47-BD8F-C99492DCE25C}" presName="compNode" presStyleCnt="0"/>
      <dgm:spPr/>
    </dgm:pt>
    <dgm:pt modelId="{529E1ADF-B2A0-4EC2-9B27-93F6B1C496E8}" type="pres">
      <dgm:prSet presAssocID="{08F9AD8B-4064-4A47-BD8F-C99492DCE25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837B5635-3035-4977-A0C8-D92FA00EBAFC}" type="pres">
      <dgm:prSet presAssocID="{08F9AD8B-4064-4A47-BD8F-C99492DCE25C}" presName="spaceRect" presStyleCnt="0"/>
      <dgm:spPr/>
    </dgm:pt>
    <dgm:pt modelId="{3F581246-1BCD-42D1-B690-11A90CC189F3}" type="pres">
      <dgm:prSet presAssocID="{08F9AD8B-4064-4A47-BD8F-C99492DCE25C}" presName="textRect" presStyleLbl="revTx" presStyleIdx="2" presStyleCnt="4">
        <dgm:presLayoutVars>
          <dgm:chMax val="1"/>
          <dgm:chPref val="1"/>
        </dgm:presLayoutVars>
      </dgm:prSet>
      <dgm:spPr/>
    </dgm:pt>
    <dgm:pt modelId="{1BCD0C7A-036C-40E2-AC2D-C7DDFE3FED3D}" type="pres">
      <dgm:prSet presAssocID="{D3B105DD-6C75-491E-80AB-A172FA87BBA3}" presName="sibTrans" presStyleCnt="0"/>
      <dgm:spPr/>
    </dgm:pt>
    <dgm:pt modelId="{FB5194D7-1313-4928-B37C-8E6E09B18A66}" type="pres">
      <dgm:prSet presAssocID="{AE9DDA7B-353D-4D8D-8C1C-273F2CB7B6E8}" presName="compNode" presStyleCnt="0"/>
      <dgm:spPr/>
    </dgm:pt>
    <dgm:pt modelId="{306901EC-8110-4CBF-8614-B9FF7AB18D29}" type="pres">
      <dgm:prSet presAssocID="{AE9DDA7B-353D-4D8D-8C1C-273F2CB7B6E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04511007-8E2A-4535-81EC-7B5468BCD21C}" type="pres">
      <dgm:prSet presAssocID="{AE9DDA7B-353D-4D8D-8C1C-273F2CB7B6E8}" presName="spaceRect" presStyleCnt="0"/>
      <dgm:spPr/>
    </dgm:pt>
    <dgm:pt modelId="{178A35EE-8CEF-41BB-822B-6576A70D4C25}" type="pres">
      <dgm:prSet presAssocID="{AE9DDA7B-353D-4D8D-8C1C-273F2CB7B6E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0969B00-C2D6-4606-951D-9306351B0E5E}" type="presOf" srcId="{AFDD2B4D-8777-4A70-8619-F4312D494FAD}" destId="{F635547B-A88F-40FD-AAD1-12081C4BFB8B}" srcOrd="0" destOrd="0" presId="urn:microsoft.com/office/officeart/2018/2/layout/IconLabelList"/>
    <dgm:cxn modelId="{159EB80C-0581-4908-B884-DB589BE9C03F}" type="presOf" srcId="{08F9AD8B-4064-4A47-BD8F-C99492DCE25C}" destId="{3F581246-1BCD-42D1-B690-11A90CC189F3}" srcOrd="0" destOrd="0" presId="urn:microsoft.com/office/officeart/2018/2/layout/IconLabelList"/>
    <dgm:cxn modelId="{CC7E8232-BD26-41CD-948C-1B6BCE440A81}" type="presOf" srcId="{662F589A-1BC3-4A24-856B-FA9880E33285}" destId="{C9043158-5751-42E9-AE48-C5E52BCC7281}" srcOrd="0" destOrd="0" presId="urn:microsoft.com/office/officeart/2018/2/layout/IconLabelList"/>
    <dgm:cxn modelId="{253CB36D-E3ED-4055-B4D8-E9F0C6DB5C74}" srcId="{358FFD0D-7809-4D73-BEEB-9F5BC3C7C332}" destId="{AFDD2B4D-8777-4A70-8619-F4312D494FAD}" srcOrd="0" destOrd="0" parTransId="{BB170D7C-7748-4A60-85F0-5E48AC5775AC}" sibTransId="{C8BEDA06-7A17-4CAE-95F4-A7CD072E2E4B}"/>
    <dgm:cxn modelId="{C3FC9F4E-03A3-4E10-96F3-3DA9D6EC57A5}" type="presOf" srcId="{AE9DDA7B-353D-4D8D-8C1C-273F2CB7B6E8}" destId="{178A35EE-8CEF-41BB-822B-6576A70D4C25}" srcOrd="0" destOrd="0" presId="urn:microsoft.com/office/officeart/2018/2/layout/IconLabelList"/>
    <dgm:cxn modelId="{395160A7-6760-4C63-9EB1-FEC3468D4DEE}" srcId="{358FFD0D-7809-4D73-BEEB-9F5BC3C7C332}" destId="{AE9DDA7B-353D-4D8D-8C1C-273F2CB7B6E8}" srcOrd="3" destOrd="0" parTransId="{AEC64872-98BC-4CE7-8E29-05B2D8AAA740}" sibTransId="{D9DC17C6-FDA0-4CA1-92C7-A7708157DEE4}"/>
    <dgm:cxn modelId="{D4725BBC-84B6-48B1-825D-6D30C14EE5A2}" type="presOf" srcId="{358FFD0D-7809-4D73-BEEB-9F5BC3C7C332}" destId="{6843C67E-D763-4F66-BE9A-983F5E38D401}" srcOrd="0" destOrd="0" presId="urn:microsoft.com/office/officeart/2018/2/layout/IconLabelList"/>
    <dgm:cxn modelId="{2A0B8DC2-2C3E-496F-9B65-8F39EBA26FF0}" srcId="{358FFD0D-7809-4D73-BEEB-9F5BC3C7C332}" destId="{662F589A-1BC3-4A24-856B-FA9880E33285}" srcOrd="1" destOrd="0" parTransId="{45BDB676-15CD-44E0-9244-1B8C76951970}" sibTransId="{82D6632D-DD27-4A79-AE44-DA715ADD3504}"/>
    <dgm:cxn modelId="{EC2BB3F6-4609-4611-A1BF-8D03B6C4562F}" srcId="{358FFD0D-7809-4D73-BEEB-9F5BC3C7C332}" destId="{08F9AD8B-4064-4A47-BD8F-C99492DCE25C}" srcOrd="2" destOrd="0" parTransId="{A9CA8B5F-885B-492D-9A23-2D7EFCC90709}" sibTransId="{D3B105DD-6C75-491E-80AB-A172FA87BBA3}"/>
    <dgm:cxn modelId="{574EFD91-0A93-4474-BB09-87941E983A93}" type="presParOf" srcId="{6843C67E-D763-4F66-BE9A-983F5E38D401}" destId="{34BC17E4-496A-460A-80E6-3D13EAA3F017}" srcOrd="0" destOrd="0" presId="urn:microsoft.com/office/officeart/2018/2/layout/IconLabelList"/>
    <dgm:cxn modelId="{B578157C-1D16-4162-83C2-B87C30433A23}" type="presParOf" srcId="{34BC17E4-496A-460A-80E6-3D13EAA3F017}" destId="{2E4E6FFB-3B06-4BAA-AF9C-3F6F3C719052}" srcOrd="0" destOrd="0" presId="urn:microsoft.com/office/officeart/2018/2/layout/IconLabelList"/>
    <dgm:cxn modelId="{8660FE8E-A8A5-4B51-857C-DD3931EFB82E}" type="presParOf" srcId="{34BC17E4-496A-460A-80E6-3D13EAA3F017}" destId="{03B038BE-13BB-4DB2-85BA-155394FEF9E1}" srcOrd="1" destOrd="0" presId="urn:microsoft.com/office/officeart/2018/2/layout/IconLabelList"/>
    <dgm:cxn modelId="{7A6ADF17-34CE-4B65-94B8-1A05962B4F7F}" type="presParOf" srcId="{34BC17E4-496A-460A-80E6-3D13EAA3F017}" destId="{F635547B-A88F-40FD-AAD1-12081C4BFB8B}" srcOrd="2" destOrd="0" presId="urn:microsoft.com/office/officeart/2018/2/layout/IconLabelList"/>
    <dgm:cxn modelId="{C085536C-0684-4ACA-912D-006C0B2941F4}" type="presParOf" srcId="{6843C67E-D763-4F66-BE9A-983F5E38D401}" destId="{2C739A11-EE95-4785-AAC4-DD5D9E1F05CA}" srcOrd="1" destOrd="0" presId="urn:microsoft.com/office/officeart/2018/2/layout/IconLabelList"/>
    <dgm:cxn modelId="{C018CBC9-F3AD-4DF8-B8AD-F10BD6BEFDBE}" type="presParOf" srcId="{6843C67E-D763-4F66-BE9A-983F5E38D401}" destId="{F66B6157-9046-46B4-AA97-3FBAEF4D20C1}" srcOrd="2" destOrd="0" presId="urn:microsoft.com/office/officeart/2018/2/layout/IconLabelList"/>
    <dgm:cxn modelId="{295E50B4-8205-4CB2-BB74-0A90B7B5F70C}" type="presParOf" srcId="{F66B6157-9046-46B4-AA97-3FBAEF4D20C1}" destId="{53648F64-33A7-498C-B205-84D60F2FFB61}" srcOrd="0" destOrd="0" presId="urn:microsoft.com/office/officeart/2018/2/layout/IconLabelList"/>
    <dgm:cxn modelId="{6E981F8B-2474-400E-9F37-255E62B1984F}" type="presParOf" srcId="{F66B6157-9046-46B4-AA97-3FBAEF4D20C1}" destId="{03857E19-826A-40C9-A4CC-6B6BE3A541D7}" srcOrd="1" destOrd="0" presId="urn:microsoft.com/office/officeart/2018/2/layout/IconLabelList"/>
    <dgm:cxn modelId="{C23E327E-2801-4DE5-BB10-67B5A6638957}" type="presParOf" srcId="{F66B6157-9046-46B4-AA97-3FBAEF4D20C1}" destId="{C9043158-5751-42E9-AE48-C5E52BCC7281}" srcOrd="2" destOrd="0" presId="urn:microsoft.com/office/officeart/2018/2/layout/IconLabelList"/>
    <dgm:cxn modelId="{098D766E-40B4-4699-8A56-ADDA9192AC15}" type="presParOf" srcId="{6843C67E-D763-4F66-BE9A-983F5E38D401}" destId="{572021F9-81B9-4CFA-B14D-EF35DEA0530C}" srcOrd="3" destOrd="0" presId="urn:microsoft.com/office/officeart/2018/2/layout/IconLabelList"/>
    <dgm:cxn modelId="{61B2FD5E-A354-4721-9AB2-85B6EF148946}" type="presParOf" srcId="{6843C67E-D763-4F66-BE9A-983F5E38D401}" destId="{18AE8293-1D87-406E-B69B-3C6895BA8E7F}" srcOrd="4" destOrd="0" presId="urn:microsoft.com/office/officeart/2018/2/layout/IconLabelList"/>
    <dgm:cxn modelId="{23593F5F-2DE2-4AAF-8742-F8470BACE629}" type="presParOf" srcId="{18AE8293-1D87-406E-B69B-3C6895BA8E7F}" destId="{529E1ADF-B2A0-4EC2-9B27-93F6B1C496E8}" srcOrd="0" destOrd="0" presId="urn:microsoft.com/office/officeart/2018/2/layout/IconLabelList"/>
    <dgm:cxn modelId="{8EE6174D-5679-4E3D-838D-43C5C6FA7CC8}" type="presParOf" srcId="{18AE8293-1D87-406E-B69B-3C6895BA8E7F}" destId="{837B5635-3035-4977-A0C8-D92FA00EBAFC}" srcOrd="1" destOrd="0" presId="urn:microsoft.com/office/officeart/2018/2/layout/IconLabelList"/>
    <dgm:cxn modelId="{FF1123BC-1188-4F8B-9866-5DB1E619E15B}" type="presParOf" srcId="{18AE8293-1D87-406E-B69B-3C6895BA8E7F}" destId="{3F581246-1BCD-42D1-B690-11A90CC189F3}" srcOrd="2" destOrd="0" presId="urn:microsoft.com/office/officeart/2018/2/layout/IconLabelList"/>
    <dgm:cxn modelId="{3080651A-6A2F-4261-BCFA-828500D312E6}" type="presParOf" srcId="{6843C67E-D763-4F66-BE9A-983F5E38D401}" destId="{1BCD0C7A-036C-40E2-AC2D-C7DDFE3FED3D}" srcOrd="5" destOrd="0" presId="urn:microsoft.com/office/officeart/2018/2/layout/IconLabelList"/>
    <dgm:cxn modelId="{C801164C-C5E3-4AEE-9981-CE4D229D93BF}" type="presParOf" srcId="{6843C67E-D763-4F66-BE9A-983F5E38D401}" destId="{FB5194D7-1313-4928-B37C-8E6E09B18A66}" srcOrd="6" destOrd="0" presId="urn:microsoft.com/office/officeart/2018/2/layout/IconLabelList"/>
    <dgm:cxn modelId="{BA2C3EC6-F8BF-4C1E-AD5F-8D521040449E}" type="presParOf" srcId="{FB5194D7-1313-4928-B37C-8E6E09B18A66}" destId="{306901EC-8110-4CBF-8614-B9FF7AB18D29}" srcOrd="0" destOrd="0" presId="urn:microsoft.com/office/officeart/2018/2/layout/IconLabelList"/>
    <dgm:cxn modelId="{12E6275D-5FD2-4070-9601-1F9DBCCECC9B}" type="presParOf" srcId="{FB5194D7-1313-4928-B37C-8E6E09B18A66}" destId="{04511007-8E2A-4535-81EC-7B5468BCD21C}" srcOrd="1" destOrd="0" presId="urn:microsoft.com/office/officeart/2018/2/layout/IconLabelList"/>
    <dgm:cxn modelId="{79FCBE16-0241-4ED4-A666-A83B0D1A8D7B}" type="presParOf" srcId="{FB5194D7-1313-4928-B37C-8E6E09B18A66}" destId="{178A35EE-8CEF-41BB-822B-6576A70D4C2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330E547-48DA-435C-BCE1-0E9E1050D0B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C34B81C-E9CD-48F3-893D-505C71A755B5}">
      <dgm:prSet/>
      <dgm:spPr/>
      <dgm:t>
        <a:bodyPr/>
        <a:lstStyle/>
        <a:p>
          <a:r>
            <a:rPr lang="en-US"/>
            <a:t>Successfully developed an Agentic AI prototype </a:t>
          </a:r>
        </a:p>
      </dgm:t>
    </dgm:pt>
    <dgm:pt modelId="{6A1E4048-BD82-495C-8566-A6A47724C9BB}" type="parTrans" cxnId="{A3F9CCDD-D852-4554-B4B2-50CE879CE72E}">
      <dgm:prSet/>
      <dgm:spPr/>
      <dgm:t>
        <a:bodyPr/>
        <a:lstStyle/>
        <a:p>
          <a:endParaRPr lang="en-US"/>
        </a:p>
      </dgm:t>
    </dgm:pt>
    <dgm:pt modelId="{E139F4BA-6102-4434-B85F-58BA5E6E2791}" type="sibTrans" cxnId="{A3F9CCDD-D852-4554-B4B2-50CE879CE72E}">
      <dgm:prSet/>
      <dgm:spPr/>
      <dgm:t>
        <a:bodyPr/>
        <a:lstStyle/>
        <a:p>
          <a:endParaRPr lang="en-US"/>
        </a:p>
      </dgm:t>
    </dgm:pt>
    <dgm:pt modelId="{0C8CA8FC-EA5B-4823-A4A7-B6E9117EAC17}">
      <dgm:prSet/>
      <dgm:spPr/>
      <dgm:t>
        <a:bodyPr/>
        <a:lstStyle/>
        <a:p>
          <a:r>
            <a:rPr lang="en-US"/>
            <a:t>Combined AI logic + UI + reporting </a:t>
          </a:r>
        </a:p>
      </dgm:t>
    </dgm:pt>
    <dgm:pt modelId="{F797A7B6-E301-4C77-A135-7B734A60686B}" type="parTrans" cxnId="{15F4AC54-42EC-4EFE-8B0C-F7478B96C190}">
      <dgm:prSet/>
      <dgm:spPr/>
      <dgm:t>
        <a:bodyPr/>
        <a:lstStyle/>
        <a:p>
          <a:endParaRPr lang="en-US"/>
        </a:p>
      </dgm:t>
    </dgm:pt>
    <dgm:pt modelId="{53FCF8D4-58B9-4F47-A3B0-632AB9E36690}" type="sibTrans" cxnId="{15F4AC54-42EC-4EFE-8B0C-F7478B96C190}">
      <dgm:prSet/>
      <dgm:spPr/>
      <dgm:t>
        <a:bodyPr/>
        <a:lstStyle/>
        <a:p>
          <a:endParaRPr lang="en-US"/>
        </a:p>
      </dgm:t>
    </dgm:pt>
    <dgm:pt modelId="{A8C4C7C0-18FF-4038-91FA-23225314CE33}">
      <dgm:prSet/>
      <dgm:spPr/>
      <dgm:t>
        <a:bodyPr/>
        <a:lstStyle/>
        <a:p>
          <a:r>
            <a:rPr lang="en-US"/>
            <a:t>Can be extended into real healthcare systems</a:t>
          </a:r>
        </a:p>
      </dgm:t>
    </dgm:pt>
    <dgm:pt modelId="{F0F64FD4-68A7-4B4C-A57C-D2C2456CBA20}" type="parTrans" cxnId="{AB39B096-192A-4BC0-9F79-E61E48F5F569}">
      <dgm:prSet/>
      <dgm:spPr/>
      <dgm:t>
        <a:bodyPr/>
        <a:lstStyle/>
        <a:p>
          <a:endParaRPr lang="en-US"/>
        </a:p>
      </dgm:t>
    </dgm:pt>
    <dgm:pt modelId="{E22F6A50-BC62-48F7-B108-4CE15F00210E}" type="sibTrans" cxnId="{AB39B096-192A-4BC0-9F79-E61E48F5F569}">
      <dgm:prSet/>
      <dgm:spPr/>
      <dgm:t>
        <a:bodyPr/>
        <a:lstStyle/>
        <a:p>
          <a:endParaRPr lang="en-US"/>
        </a:p>
      </dgm:t>
    </dgm:pt>
    <dgm:pt modelId="{85C99487-3A05-4776-8771-D000BA71FAD4}" type="pres">
      <dgm:prSet presAssocID="{9330E547-48DA-435C-BCE1-0E9E1050D0B8}" presName="root" presStyleCnt="0">
        <dgm:presLayoutVars>
          <dgm:dir/>
          <dgm:resizeHandles val="exact"/>
        </dgm:presLayoutVars>
      </dgm:prSet>
      <dgm:spPr/>
    </dgm:pt>
    <dgm:pt modelId="{F4B9A35C-20B1-426A-9E14-906D52253D0F}" type="pres">
      <dgm:prSet presAssocID="{BC34B81C-E9CD-48F3-893D-505C71A755B5}" presName="compNode" presStyleCnt="0"/>
      <dgm:spPr/>
    </dgm:pt>
    <dgm:pt modelId="{DC6A7D66-DF0D-4329-AB3D-830D5B8EB195}" type="pres">
      <dgm:prSet presAssocID="{BC34B81C-E9CD-48F3-893D-505C71A755B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899B719-9148-402A-A6C5-F2FE75FEF9FA}" type="pres">
      <dgm:prSet presAssocID="{BC34B81C-E9CD-48F3-893D-505C71A755B5}" presName="spaceRect" presStyleCnt="0"/>
      <dgm:spPr/>
    </dgm:pt>
    <dgm:pt modelId="{36EC330A-30A7-47AF-AEDB-84CFABC7686C}" type="pres">
      <dgm:prSet presAssocID="{BC34B81C-E9CD-48F3-893D-505C71A755B5}" presName="textRect" presStyleLbl="revTx" presStyleIdx="0" presStyleCnt="3">
        <dgm:presLayoutVars>
          <dgm:chMax val="1"/>
          <dgm:chPref val="1"/>
        </dgm:presLayoutVars>
      </dgm:prSet>
      <dgm:spPr/>
    </dgm:pt>
    <dgm:pt modelId="{13AD7073-ED75-4831-8514-B81DA7D8E4AA}" type="pres">
      <dgm:prSet presAssocID="{E139F4BA-6102-4434-B85F-58BA5E6E2791}" presName="sibTrans" presStyleCnt="0"/>
      <dgm:spPr/>
    </dgm:pt>
    <dgm:pt modelId="{FCB07C78-B3F2-498D-8F9E-8C500A482A4E}" type="pres">
      <dgm:prSet presAssocID="{0C8CA8FC-EA5B-4823-A4A7-B6E9117EAC17}" presName="compNode" presStyleCnt="0"/>
      <dgm:spPr/>
    </dgm:pt>
    <dgm:pt modelId="{809212EA-CD72-4677-AE12-2DEC083648E6}" type="pres">
      <dgm:prSet presAssocID="{0C8CA8FC-EA5B-4823-A4A7-B6E9117EAC1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1628079-B8F9-4A55-8958-EF2E98A3DF74}" type="pres">
      <dgm:prSet presAssocID="{0C8CA8FC-EA5B-4823-A4A7-B6E9117EAC17}" presName="spaceRect" presStyleCnt="0"/>
      <dgm:spPr/>
    </dgm:pt>
    <dgm:pt modelId="{2C99789A-51BF-4AD1-A91D-9407E90311BE}" type="pres">
      <dgm:prSet presAssocID="{0C8CA8FC-EA5B-4823-A4A7-B6E9117EAC17}" presName="textRect" presStyleLbl="revTx" presStyleIdx="1" presStyleCnt="3">
        <dgm:presLayoutVars>
          <dgm:chMax val="1"/>
          <dgm:chPref val="1"/>
        </dgm:presLayoutVars>
      </dgm:prSet>
      <dgm:spPr/>
    </dgm:pt>
    <dgm:pt modelId="{3FB2A36C-8276-414F-9FEB-266D08519D0B}" type="pres">
      <dgm:prSet presAssocID="{53FCF8D4-58B9-4F47-A3B0-632AB9E36690}" presName="sibTrans" presStyleCnt="0"/>
      <dgm:spPr/>
    </dgm:pt>
    <dgm:pt modelId="{191C441E-0714-45ED-B469-248FC6AFC25C}" type="pres">
      <dgm:prSet presAssocID="{A8C4C7C0-18FF-4038-91FA-23225314CE33}" presName="compNode" presStyleCnt="0"/>
      <dgm:spPr/>
    </dgm:pt>
    <dgm:pt modelId="{D2AC7D59-158D-4C08-BF52-AE74F7394C7F}" type="pres">
      <dgm:prSet presAssocID="{A8C4C7C0-18FF-4038-91FA-23225314CE3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CEB3C8E6-3EAC-4304-8B84-2E63FAB0E259}" type="pres">
      <dgm:prSet presAssocID="{A8C4C7C0-18FF-4038-91FA-23225314CE33}" presName="spaceRect" presStyleCnt="0"/>
      <dgm:spPr/>
    </dgm:pt>
    <dgm:pt modelId="{7E33ECD5-4FCB-4FCA-8B72-E3DF5BA36EBA}" type="pres">
      <dgm:prSet presAssocID="{A8C4C7C0-18FF-4038-91FA-23225314CE3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769DF35-1778-46C3-97F0-8792BD1AF4D6}" type="presOf" srcId="{A8C4C7C0-18FF-4038-91FA-23225314CE33}" destId="{7E33ECD5-4FCB-4FCA-8B72-E3DF5BA36EBA}" srcOrd="0" destOrd="0" presId="urn:microsoft.com/office/officeart/2018/2/layout/IconLabelList"/>
    <dgm:cxn modelId="{15F4AC54-42EC-4EFE-8B0C-F7478B96C190}" srcId="{9330E547-48DA-435C-BCE1-0E9E1050D0B8}" destId="{0C8CA8FC-EA5B-4823-A4A7-B6E9117EAC17}" srcOrd="1" destOrd="0" parTransId="{F797A7B6-E301-4C77-A135-7B734A60686B}" sibTransId="{53FCF8D4-58B9-4F47-A3B0-632AB9E36690}"/>
    <dgm:cxn modelId="{9A664A88-32F2-4412-AB8C-B6FC87DFDB71}" type="presOf" srcId="{BC34B81C-E9CD-48F3-893D-505C71A755B5}" destId="{36EC330A-30A7-47AF-AEDB-84CFABC7686C}" srcOrd="0" destOrd="0" presId="urn:microsoft.com/office/officeart/2018/2/layout/IconLabelList"/>
    <dgm:cxn modelId="{AB39B096-192A-4BC0-9F79-E61E48F5F569}" srcId="{9330E547-48DA-435C-BCE1-0E9E1050D0B8}" destId="{A8C4C7C0-18FF-4038-91FA-23225314CE33}" srcOrd="2" destOrd="0" parTransId="{F0F64FD4-68A7-4B4C-A57C-D2C2456CBA20}" sibTransId="{E22F6A50-BC62-48F7-B108-4CE15F00210E}"/>
    <dgm:cxn modelId="{89C4BFAF-3A52-4C3B-B12B-0BD0738237B2}" type="presOf" srcId="{9330E547-48DA-435C-BCE1-0E9E1050D0B8}" destId="{85C99487-3A05-4776-8771-D000BA71FAD4}" srcOrd="0" destOrd="0" presId="urn:microsoft.com/office/officeart/2018/2/layout/IconLabelList"/>
    <dgm:cxn modelId="{514F1DC5-99B1-400F-879A-9B96C9F6BD6F}" type="presOf" srcId="{0C8CA8FC-EA5B-4823-A4A7-B6E9117EAC17}" destId="{2C99789A-51BF-4AD1-A91D-9407E90311BE}" srcOrd="0" destOrd="0" presId="urn:microsoft.com/office/officeart/2018/2/layout/IconLabelList"/>
    <dgm:cxn modelId="{A3F9CCDD-D852-4554-B4B2-50CE879CE72E}" srcId="{9330E547-48DA-435C-BCE1-0E9E1050D0B8}" destId="{BC34B81C-E9CD-48F3-893D-505C71A755B5}" srcOrd="0" destOrd="0" parTransId="{6A1E4048-BD82-495C-8566-A6A47724C9BB}" sibTransId="{E139F4BA-6102-4434-B85F-58BA5E6E2791}"/>
    <dgm:cxn modelId="{4919C9F7-E3C5-442C-8321-DC2B575FE852}" type="presParOf" srcId="{85C99487-3A05-4776-8771-D000BA71FAD4}" destId="{F4B9A35C-20B1-426A-9E14-906D52253D0F}" srcOrd="0" destOrd="0" presId="urn:microsoft.com/office/officeart/2018/2/layout/IconLabelList"/>
    <dgm:cxn modelId="{01124369-B386-44CA-87E2-5D684378FB16}" type="presParOf" srcId="{F4B9A35C-20B1-426A-9E14-906D52253D0F}" destId="{DC6A7D66-DF0D-4329-AB3D-830D5B8EB195}" srcOrd="0" destOrd="0" presId="urn:microsoft.com/office/officeart/2018/2/layout/IconLabelList"/>
    <dgm:cxn modelId="{5AC5EDCF-E320-43EF-A21A-F17800D3EB06}" type="presParOf" srcId="{F4B9A35C-20B1-426A-9E14-906D52253D0F}" destId="{7899B719-9148-402A-A6C5-F2FE75FEF9FA}" srcOrd="1" destOrd="0" presId="urn:microsoft.com/office/officeart/2018/2/layout/IconLabelList"/>
    <dgm:cxn modelId="{B0AC7B69-AC15-46CF-A838-5945385EAB0F}" type="presParOf" srcId="{F4B9A35C-20B1-426A-9E14-906D52253D0F}" destId="{36EC330A-30A7-47AF-AEDB-84CFABC7686C}" srcOrd="2" destOrd="0" presId="urn:microsoft.com/office/officeart/2018/2/layout/IconLabelList"/>
    <dgm:cxn modelId="{503BB851-FD75-49B0-A879-38FDDBE665E9}" type="presParOf" srcId="{85C99487-3A05-4776-8771-D000BA71FAD4}" destId="{13AD7073-ED75-4831-8514-B81DA7D8E4AA}" srcOrd="1" destOrd="0" presId="urn:microsoft.com/office/officeart/2018/2/layout/IconLabelList"/>
    <dgm:cxn modelId="{141BC787-621A-4E38-BD81-DFCE332B0DCC}" type="presParOf" srcId="{85C99487-3A05-4776-8771-D000BA71FAD4}" destId="{FCB07C78-B3F2-498D-8F9E-8C500A482A4E}" srcOrd="2" destOrd="0" presId="urn:microsoft.com/office/officeart/2018/2/layout/IconLabelList"/>
    <dgm:cxn modelId="{0683F0D6-2BC6-4ACC-9BBA-DF4D3E4C2149}" type="presParOf" srcId="{FCB07C78-B3F2-498D-8F9E-8C500A482A4E}" destId="{809212EA-CD72-4677-AE12-2DEC083648E6}" srcOrd="0" destOrd="0" presId="urn:microsoft.com/office/officeart/2018/2/layout/IconLabelList"/>
    <dgm:cxn modelId="{25C055AE-D234-437B-8D5D-9101D0FA77C5}" type="presParOf" srcId="{FCB07C78-B3F2-498D-8F9E-8C500A482A4E}" destId="{01628079-B8F9-4A55-8958-EF2E98A3DF74}" srcOrd="1" destOrd="0" presId="urn:microsoft.com/office/officeart/2018/2/layout/IconLabelList"/>
    <dgm:cxn modelId="{DDE220A6-A092-4C24-AF04-FD340244D4B9}" type="presParOf" srcId="{FCB07C78-B3F2-498D-8F9E-8C500A482A4E}" destId="{2C99789A-51BF-4AD1-A91D-9407E90311BE}" srcOrd="2" destOrd="0" presId="urn:microsoft.com/office/officeart/2018/2/layout/IconLabelList"/>
    <dgm:cxn modelId="{B92CD0CC-A286-471B-A87A-79CF542674B1}" type="presParOf" srcId="{85C99487-3A05-4776-8771-D000BA71FAD4}" destId="{3FB2A36C-8276-414F-9FEB-266D08519D0B}" srcOrd="3" destOrd="0" presId="urn:microsoft.com/office/officeart/2018/2/layout/IconLabelList"/>
    <dgm:cxn modelId="{E4764073-BDB2-46C3-931C-16CE6F49C50A}" type="presParOf" srcId="{85C99487-3A05-4776-8771-D000BA71FAD4}" destId="{191C441E-0714-45ED-B469-248FC6AFC25C}" srcOrd="4" destOrd="0" presId="urn:microsoft.com/office/officeart/2018/2/layout/IconLabelList"/>
    <dgm:cxn modelId="{C5885709-E1DD-4D14-BAE6-B13BAB3E99F2}" type="presParOf" srcId="{191C441E-0714-45ED-B469-248FC6AFC25C}" destId="{D2AC7D59-158D-4C08-BF52-AE74F7394C7F}" srcOrd="0" destOrd="0" presId="urn:microsoft.com/office/officeart/2018/2/layout/IconLabelList"/>
    <dgm:cxn modelId="{EEF1B325-9EBF-43DD-8BB0-88625ECED280}" type="presParOf" srcId="{191C441E-0714-45ED-B469-248FC6AFC25C}" destId="{CEB3C8E6-3EAC-4304-8B84-2E63FAB0E259}" srcOrd="1" destOrd="0" presId="urn:microsoft.com/office/officeart/2018/2/layout/IconLabelList"/>
    <dgm:cxn modelId="{8E043635-41F8-44A0-A4C4-119D5C6CB3BE}" type="presParOf" srcId="{191C441E-0714-45ED-B469-248FC6AFC25C}" destId="{7E33ECD5-4FCB-4FCA-8B72-E3DF5BA36EB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93D706-4623-41D6-B37B-B0F601F11EC3}">
      <dsp:nvSpPr>
        <dsp:cNvPr id="0" name=""/>
        <dsp:cNvSpPr/>
      </dsp:nvSpPr>
      <dsp:spPr>
        <a:xfrm>
          <a:off x="1061437" y="886774"/>
          <a:ext cx="1141382" cy="1141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26EBB3-E36E-43D2-9A1E-DB74E2351AD5}">
      <dsp:nvSpPr>
        <dsp:cNvPr id="0" name=""/>
        <dsp:cNvSpPr/>
      </dsp:nvSpPr>
      <dsp:spPr>
        <a:xfrm>
          <a:off x="1582" y="2132185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Healthcare professionals need fast and accurate patient risk analysis </a:t>
          </a:r>
        </a:p>
      </dsp:txBody>
      <dsp:txXfrm>
        <a:off x="1582" y="2132185"/>
        <a:ext cx="3261093" cy="489164"/>
      </dsp:txXfrm>
    </dsp:sp>
    <dsp:sp modelId="{94272CEE-A7AF-4213-9967-E64E44368EA9}">
      <dsp:nvSpPr>
        <dsp:cNvPr id="0" name=""/>
        <dsp:cNvSpPr/>
      </dsp:nvSpPr>
      <dsp:spPr>
        <a:xfrm>
          <a:off x="1582" y="2669734"/>
          <a:ext cx="3261093" cy="636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7CE5BA-E858-479E-BEEF-D2EF953EAB4F}">
      <dsp:nvSpPr>
        <dsp:cNvPr id="0" name=""/>
        <dsp:cNvSpPr/>
      </dsp:nvSpPr>
      <dsp:spPr>
        <a:xfrm>
          <a:off x="4893223" y="886774"/>
          <a:ext cx="1141382" cy="1141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43F1B5-BFAB-4087-8CDF-A3F3D1E3DAFE}">
      <dsp:nvSpPr>
        <dsp:cNvPr id="0" name=""/>
        <dsp:cNvSpPr/>
      </dsp:nvSpPr>
      <dsp:spPr>
        <a:xfrm>
          <a:off x="3833367" y="2132185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Existing systems often: </a:t>
          </a:r>
        </a:p>
      </dsp:txBody>
      <dsp:txXfrm>
        <a:off x="3833367" y="2132185"/>
        <a:ext cx="3261093" cy="489164"/>
      </dsp:txXfrm>
    </dsp:sp>
    <dsp:sp modelId="{09F30E52-D982-475A-A9B0-ADDD733B2DA2}">
      <dsp:nvSpPr>
        <dsp:cNvPr id="0" name=""/>
        <dsp:cNvSpPr/>
      </dsp:nvSpPr>
      <dsp:spPr>
        <a:xfrm>
          <a:off x="3833367" y="2669734"/>
          <a:ext cx="3261093" cy="636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Use only one model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Lack transparency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Are difficult to use </a:t>
          </a:r>
        </a:p>
      </dsp:txBody>
      <dsp:txXfrm>
        <a:off x="3833367" y="2669734"/>
        <a:ext cx="3261093" cy="636296"/>
      </dsp:txXfrm>
    </dsp:sp>
    <dsp:sp modelId="{6C282EC5-C012-4988-9614-D015949B41FC}">
      <dsp:nvSpPr>
        <dsp:cNvPr id="0" name=""/>
        <dsp:cNvSpPr/>
      </dsp:nvSpPr>
      <dsp:spPr>
        <a:xfrm>
          <a:off x="8725008" y="886774"/>
          <a:ext cx="1141382" cy="1141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B8B416-3FFD-472E-A08A-972520F71A45}">
      <dsp:nvSpPr>
        <dsp:cNvPr id="0" name=""/>
        <dsp:cNvSpPr/>
      </dsp:nvSpPr>
      <dsp:spPr>
        <a:xfrm>
          <a:off x="7665152" y="2132185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Need for a system that: </a:t>
          </a:r>
        </a:p>
      </dsp:txBody>
      <dsp:txXfrm>
        <a:off x="7665152" y="2132185"/>
        <a:ext cx="3261093" cy="489164"/>
      </dsp:txXfrm>
    </dsp:sp>
    <dsp:sp modelId="{F1FE7A7B-3A2C-454D-B54E-0C6002BEC1CB}">
      <dsp:nvSpPr>
        <dsp:cNvPr id="0" name=""/>
        <dsp:cNvSpPr/>
      </dsp:nvSpPr>
      <dsp:spPr>
        <a:xfrm>
          <a:off x="7665152" y="2669734"/>
          <a:ext cx="3261093" cy="636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Compares multiple models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Explains results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Provides easy interaction</a:t>
          </a:r>
        </a:p>
      </dsp:txBody>
      <dsp:txXfrm>
        <a:off x="7665152" y="2669734"/>
        <a:ext cx="3261093" cy="6362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BA855A-23D4-421A-A2E6-89300B6752F6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F1BAAC-B6B8-44BA-A779-9744BE2DE281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COPD is a serious lung disease </a:t>
          </a:r>
        </a:p>
      </dsp:txBody>
      <dsp:txXfrm>
        <a:off x="100682" y="2427484"/>
        <a:ext cx="2370489" cy="720000"/>
      </dsp:txXfrm>
    </dsp:sp>
    <dsp:sp modelId="{4EE48721-3D14-4B81-A277-2163348C01D0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88400D-2F7A-43EE-A652-7F563C48A229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Early risk prediction can improve patient care </a:t>
          </a:r>
        </a:p>
      </dsp:txBody>
      <dsp:txXfrm>
        <a:off x="2886007" y="2427484"/>
        <a:ext cx="2370489" cy="720000"/>
      </dsp:txXfrm>
    </dsp:sp>
    <dsp:sp modelId="{10D85883-1619-4BCC-B24D-170B2EBB6DD7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A49DDA-5409-4D4E-89AA-C7AC0AAC11ED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AI can help automate analysis </a:t>
          </a:r>
        </a:p>
      </dsp:txBody>
      <dsp:txXfrm>
        <a:off x="5671332" y="2427484"/>
        <a:ext cx="2370489" cy="720000"/>
      </dsp:txXfrm>
    </dsp:sp>
    <dsp:sp modelId="{CDD693C2-F4B4-4B5D-BA76-30E17756E556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0A5EF1-FBD1-4D58-8542-B848EB2E28D7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Multi-model systems improve reliability</a:t>
          </a:r>
        </a:p>
      </dsp:txBody>
      <dsp:txXfrm>
        <a:off x="8456657" y="2427484"/>
        <a:ext cx="237048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364A34-1203-4FB2-9FAD-900C9C90B005}">
      <dsp:nvSpPr>
        <dsp:cNvPr id="0" name=""/>
        <dsp:cNvSpPr/>
      </dsp:nvSpPr>
      <dsp:spPr>
        <a:xfrm>
          <a:off x="1571232" y="432867"/>
          <a:ext cx="1510523" cy="11554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AB2CD-B34A-4DB4-B1D4-68CD1DD62C82}">
      <dsp:nvSpPr>
        <dsp:cNvPr id="0" name=""/>
        <dsp:cNvSpPr/>
      </dsp:nvSpPr>
      <dsp:spPr>
        <a:xfrm>
          <a:off x="168603" y="1709515"/>
          <a:ext cx="4315781" cy="495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Uses agent-based architecture </a:t>
          </a:r>
        </a:p>
      </dsp:txBody>
      <dsp:txXfrm>
        <a:off x="168603" y="1709515"/>
        <a:ext cx="4315781" cy="495210"/>
      </dsp:txXfrm>
    </dsp:sp>
    <dsp:sp modelId="{E913B4CB-03E1-4001-AF5F-D7008B7FA53A}">
      <dsp:nvSpPr>
        <dsp:cNvPr id="0" name=""/>
        <dsp:cNvSpPr/>
      </dsp:nvSpPr>
      <dsp:spPr>
        <a:xfrm>
          <a:off x="168603" y="2261078"/>
          <a:ext cx="4315781" cy="989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DDD2AC-3263-408C-BAB2-BE94E5E382B6}">
      <dsp:nvSpPr>
        <dsp:cNvPr id="0" name=""/>
        <dsp:cNvSpPr/>
      </dsp:nvSpPr>
      <dsp:spPr>
        <a:xfrm>
          <a:off x="6642275" y="432867"/>
          <a:ext cx="1510523" cy="11554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0562D3-1A5C-4AC6-BCA7-54D6ED0AAEB6}">
      <dsp:nvSpPr>
        <dsp:cNvPr id="0" name=""/>
        <dsp:cNvSpPr/>
      </dsp:nvSpPr>
      <dsp:spPr>
        <a:xfrm>
          <a:off x="5239646" y="1709515"/>
          <a:ext cx="4315781" cy="495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/>
            <a:t>Functionalities </a:t>
          </a:r>
        </a:p>
      </dsp:txBody>
      <dsp:txXfrm>
        <a:off x="5239646" y="1709515"/>
        <a:ext cx="4315781" cy="495210"/>
      </dsp:txXfrm>
    </dsp:sp>
    <dsp:sp modelId="{55CF56FD-AF99-428A-9522-D3C400CD2F04}">
      <dsp:nvSpPr>
        <dsp:cNvPr id="0" name=""/>
        <dsp:cNvSpPr/>
      </dsp:nvSpPr>
      <dsp:spPr>
        <a:xfrm>
          <a:off x="5239646" y="2261078"/>
          <a:ext cx="4315781" cy="989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Analysis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Model comparison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Single analysis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Reporting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Email integration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Chat History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System monitoring &amp; evaluation </a:t>
          </a:r>
        </a:p>
      </dsp:txBody>
      <dsp:txXfrm>
        <a:off x="5239646" y="2261078"/>
        <a:ext cx="4315781" cy="9894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D6422B-F58E-448F-8505-FD7379DB45FE}">
      <dsp:nvSpPr>
        <dsp:cNvPr id="0" name=""/>
        <dsp:cNvSpPr/>
      </dsp:nvSpPr>
      <dsp:spPr>
        <a:xfrm>
          <a:off x="0" y="373802"/>
          <a:ext cx="10927829" cy="166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458216" rIns="84812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Age-focused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Formula: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score = 0.6 * age + 0.4 * smoking</a:t>
          </a:r>
        </a:p>
      </dsp:txBody>
      <dsp:txXfrm>
        <a:off x="0" y="373802"/>
        <a:ext cx="10927829" cy="1663200"/>
      </dsp:txXfrm>
    </dsp:sp>
    <dsp:sp modelId="{C900B23B-2FD1-4A65-AF7D-C0787C792596}">
      <dsp:nvSpPr>
        <dsp:cNvPr id="0" name=""/>
        <dsp:cNvSpPr/>
      </dsp:nvSpPr>
      <dsp:spPr>
        <a:xfrm>
          <a:off x="546391" y="49082"/>
          <a:ext cx="764948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Model 1:</a:t>
          </a:r>
          <a:endParaRPr lang="en-US" sz="2200" kern="1200"/>
        </a:p>
      </dsp:txBody>
      <dsp:txXfrm>
        <a:off x="578094" y="80785"/>
        <a:ext cx="7586074" cy="586034"/>
      </dsp:txXfrm>
    </dsp:sp>
    <dsp:sp modelId="{29629675-C6EF-4717-9928-1987E68E2286}">
      <dsp:nvSpPr>
        <dsp:cNvPr id="0" name=""/>
        <dsp:cNvSpPr/>
      </dsp:nvSpPr>
      <dsp:spPr>
        <a:xfrm>
          <a:off x="0" y="2480522"/>
          <a:ext cx="10927829" cy="166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458216" rIns="84812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Smoking-focused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Formula: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score = 0.4 * age + 0.6 * smoking</a:t>
          </a:r>
        </a:p>
      </dsp:txBody>
      <dsp:txXfrm>
        <a:off x="0" y="2480522"/>
        <a:ext cx="10927829" cy="1663200"/>
      </dsp:txXfrm>
    </dsp:sp>
    <dsp:sp modelId="{1760BFD2-02E7-437B-AC7A-FE9190988BC4}">
      <dsp:nvSpPr>
        <dsp:cNvPr id="0" name=""/>
        <dsp:cNvSpPr/>
      </dsp:nvSpPr>
      <dsp:spPr>
        <a:xfrm>
          <a:off x="546391" y="2155802"/>
          <a:ext cx="764948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Model 2:</a:t>
          </a:r>
          <a:endParaRPr lang="en-US" sz="2200" kern="1200"/>
        </a:p>
      </dsp:txBody>
      <dsp:txXfrm>
        <a:off x="578094" y="2187505"/>
        <a:ext cx="7586074" cy="5860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D77704-DE8D-42A8-BE6F-B615B2890CAF}">
      <dsp:nvSpPr>
        <dsp:cNvPr id="0" name=""/>
        <dsp:cNvSpPr/>
      </dsp:nvSpPr>
      <dsp:spPr>
        <a:xfrm>
          <a:off x="5273" y="1153021"/>
          <a:ext cx="670359" cy="6703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A1543D-B223-4612-A166-1D63EAC2ED80}">
      <dsp:nvSpPr>
        <dsp:cNvPr id="0" name=""/>
        <dsp:cNvSpPr/>
      </dsp:nvSpPr>
      <dsp:spPr>
        <a:xfrm>
          <a:off x="5273" y="1904511"/>
          <a:ext cx="1915312" cy="28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700" kern="1200"/>
            <a:t>Visual Studio Code </a:t>
          </a:r>
          <a:endParaRPr lang="en-US" sz="1700" kern="1200"/>
        </a:p>
      </dsp:txBody>
      <dsp:txXfrm>
        <a:off x="5273" y="1904511"/>
        <a:ext cx="1915312" cy="287296"/>
      </dsp:txXfrm>
    </dsp:sp>
    <dsp:sp modelId="{C28FF440-2D22-4573-B8C2-FC76560C5662}">
      <dsp:nvSpPr>
        <dsp:cNvPr id="0" name=""/>
        <dsp:cNvSpPr/>
      </dsp:nvSpPr>
      <dsp:spPr>
        <a:xfrm>
          <a:off x="5273" y="2229543"/>
          <a:ext cx="1915312" cy="810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0F0214-B75B-4C1C-A1D0-9F76B500682B}">
      <dsp:nvSpPr>
        <dsp:cNvPr id="0" name=""/>
        <dsp:cNvSpPr/>
      </dsp:nvSpPr>
      <dsp:spPr>
        <a:xfrm>
          <a:off x="2255766" y="1153021"/>
          <a:ext cx="670359" cy="6703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68CC00-B605-4D18-AC3B-5A12664C5023}">
      <dsp:nvSpPr>
        <dsp:cNvPr id="0" name=""/>
        <dsp:cNvSpPr/>
      </dsp:nvSpPr>
      <dsp:spPr>
        <a:xfrm>
          <a:off x="2255766" y="1904511"/>
          <a:ext cx="1915312" cy="28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700" kern="1200"/>
            <a:t>GitHub </a:t>
          </a:r>
          <a:endParaRPr lang="en-US" sz="1700" kern="1200"/>
        </a:p>
      </dsp:txBody>
      <dsp:txXfrm>
        <a:off x="2255766" y="1904511"/>
        <a:ext cx="1915312" cy="287296"/>
      </dsp:txXfrm>
    </dsp:sp>
    <dsp:sp modelId="{96E89157-6815-44B5-9EC5-CD3F04803EB4}">
      <dsp:nvSpPr>
        <dsp:cNvPr id="0" name=""/>
        <dsp:cNvSpPr/>
      </dsp:nvSpPr>
      <dsp:spPr>
        <a:xfrm>
          <a:off x="2255766" y="2229543"/>
          <a:ext cx="1915312" cy="810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E1D128-66A4-4648-A1A5-61EBF3C330F2}">
      <dsp:nvSpPr>
        <dsp:cNvPr id="0" name=""/>
        <dsp:cNvSpPr/>
      </dsp:nvSpPr>
      <dsp:spPr>
        <a:xfrm>
          <a:off x="4506258" y="1153021"/>
          <a:ext cx="670359" cy="6703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4D2B9-C403-496B-B14C-8C03A70E6653}">
      <dsp:nvSpPr>
        <dsp:cNvPr id="0" name=""/>
        <dsp:cNvSpPr/>
      </dsp:nvSpPr>
      <dsp:spPr>
        <a:xfrm>
          <a:off x="4506258" y="1904511"/>
          <a:ext cx="1915312" cy="28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700" kern="1200"/>
            <a:t>Python Libraries </a:t>
          </a:r>
          <a:endParaRPr lang="en-US" sz="1700" kern="1200"/>
        </a:p>
      </dsp:txBody>
      <dsp:txXfrm>
        <a:off x="4506258" y="1904511"/>
        <a:ext cx="1915312" cy="287296"/>
      </dsp:txXfrm>
    </dsp:sp>
    <dsp:sp modelId="{44B05A38-C418-467B-908C-5AE376A41A20}">
      <dsp:nvSpPr>
        <dsp:cNvPr id="0" name=""/>
        <dsp:cNvSpPr/>
      </dsp:nvSpPr>
      <dsp:spPr>
        <a:xfrm>
          <a:off x="4506258" y="2229543"/>
          <a:ext cx="1915312" cy="810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F14E29-312D-41BB-980A-D5EDF342F6B0}">
      <dsp:nvSpPr>
        <dsp:cNvPr id="0" name=""/>
        <dsp:cNvSpPr/>
      </dsp:nvSpPr>
      <dsp:spPr>
        <a:xfrm>
          <a:off x="6756750" y="1153021"/>
          <a:ext cx="670359" cy="6703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7B23E2-66B0-4A87-B24C-D9D3BBF48C20}">
      <dsp:nvSpPr>
        <dsp:cNvPr id="0" name=""/>
        <dsp:cNvSpPr/>
      </dsp:nvSpPr>
      <dsp:spPr>
        <a:xfrm>
          <a:off x="6756750" y="1904511"/>
          <a:ext cx="1915312" cy="28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700" kern="1200"/>
            <a:t>Streamlit Charts </a:t>
          </a:r>
          <a:endParaRPr lang="en-US" sz="1700" kern="1200"/>
        </a:p>
      </dsp:txBody>
      <dsp:txXfrm>
        <a:off x="6756750" y="1904511"/>
        <a:ext cx="1915312" cy="287296"/>
      </dsp:txXfrm>
    </dsp:sp>
    <dsp:sp modelId="{B4998C27-E29A-4B25-8EF7-DC08D4A7FA29}">
      <dsp:nvSpPr>
        <dsp:cNvPr id="0" name=""/>
        <dsp:cNvSpPr/>
      </dsp:nvSpPr>
      <dsp:spPr>
        <a:xfrm>
          <a:off x="6756750" y="2229543"/>
          <a:ext cx="1915312" cy="810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4C723F-05D8-4F35-8C4B-58CACB2E7F56}">
      <dsp:nvSpPr>
        <dsp:cNvPr id="0" name=""/>
        <dsp:cNvSpPr/>
      </dsp:nvSpPr>
      <dsp:spPr>
        <a:xfrm>
          <a:off x="9007242" y="1153021"/>
          <a:ext cx="670359" cy="67035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452698-1482-45B5-BA16-633AEE91778C}">
      <dsp:nvSpPr>
        <dsp:cNvPr id="0" name=""/>
        <dsp:cNvSpPr/>
      </dsp:nvSpPr>
      <dsp:spPr>
        <a:xfrm>
          <a:off x="9007242" y="1904511"/>
          <a:ext cx="1915312" cy="28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700" b="1" kern="1200"/>
            <a:t>Why used:</a:t>
          </a:r>
          <a:endParaRPr lang="en-US" sz="1700" kern="1200"/>
        </a:p>
      </dsp:txBody>
      <dsp:txXfrm>
        <a:off x="9007242" y="1904511"/>
        <a:ext cx="1915312" cy="287296"/>
      </dsp:txXfrm>
    </dsp:sp>
    <dsp:sp modelId="{4AD92446-70F9-484A-B6FB-BFB78F5A5FBE}">
      <dsp:nvSpPr>
        <dsp:cNvPr id="0" name=""/>
        <dsp:cNvSpPr/>
      </dsp:nvSpPr>
      <dsp:spPr>
        <a:xfrm>
          <a:off x="9007242" y="2229543"/>
          <a:ext cx="1915312" cy="810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Easy development 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Fast prototyping 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Interactive UI </a:t>
          </a:r>
          <a:endParaRPr lang="en-US" sz="1300" kern="1200"/>
        </a:p>
      </dsp:txBody>
      <dsp:txXfrm>
        <a:off x="9007242" y="2229543"/>
        <a:ext cx="1915312" cy="8102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DECCFA-4984-4AA4-B63A-6D21A1DE5477}">
      <dsp:nvSpPr>
        <dsp:cNvPr id="0" name=""/>
        <dsp:cNvSpPr/>
      </dsp:nvSpPr>
      <dsp:spPr>
        <a:xfrm>
          <a:off x="0" y="577039"/>
          <a:ext cx="6666833" cy="7862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FastAPI → fast backend APIs </a:t>
          </a:r>
          <a:endParaRPr lang="en-US" sz="3200" kern="1200"/>
        </a:p>
      </dsp:txBody>
      <dsp:txXfrm>
        <a:off x="38381" y="615420"/>
        <a:ext cx="6590071" cy="709478"/>
      </dsp:txXfrm>
    </dsp:sp>
    <dsp:sp modelId="{020AC973-D5A3-4F2E-B574-832FA81DDDC1}">
      <dsp:nvSpPr>
        <dsp:cNvPr id="0" name=""/>
        <dsp:cNvSpPr/>
      </dsp:nvSpPr>
      <dsp:spPr>
        <a:xfrm>
          <a:off x="0" y="1455439"/>
          <a:ext cx="6666833" cy="786240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Streamlit → quick interactive UI </a:t>
          </a:r>
          <a:endParaRPr lang="en-US" sz="3200" kern="1200"/>
        </a:p>
      </dsp:txBody>
      <dsp:txXfrm>
        <a:off x="38381" y="1493820"/>
        <a:ext cx="6590071" cy="709478"/>
      </dsp:txXfrm>
    </dsp:sp>
    <dsp:sp modelId="{2C96EFE1-AAC7-4639-8652-EEEE71801621}">
      <dsp:nvSpPr>
        <dsp:cNvPr id="0" name=""/>
        <dsp:cNvSpPr/>
      </dsp:nvSpPr>
      <dsp:spPr>
        <a:xfrm>
          <a:off x="0" y="2333839"/>
          <a:ext cx="6666833" cy="78624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Python → AI/data processing support </a:t>
          </a:r>
          <a:endParaRPr lang="en-US" sz="3200" kern="1200"/>
        </a:p>
      </dsp:txBody>
      <dsp:txXfrm>
        <a:off x="38381" y="2372220"/>
        <a:ext cx="6590071" cy="709478"/>
      </dsp:txXfrm>
    </dsp:sp>
    <dsp:sp modelId="{1241E1DB-5DD3-43D4-9809-C211FD99EBF7}">
      <dsp:nvSpPr>
        <dsp:cNvPr id="0" name=""/>
        <dsp:cNvSpPr/>
      </dsp:nvSpPr>
      <dsp:spPr>
        <a:xfrm>
          <a:off x="0" y="3212240"/>
          <a:ext cx="6666833" cy="786240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Pandas → data management </a:t>
          </a:r>
          <a:endParaRPr lang="en-US" sz="3200" kern="1200"/>
        </a:p>
      </dsp:txBody>
      <dsp:txXfrm>
        <a:off x="38381" y="3250621"/>
        <a:ext cx="6590071" cy="709478"/>
      </dsp:txXfrm>
    </dsp:sp>
    <dsp:sp modelId="{E22973CF-3DB9-4681-A2EC-7081B387C1E8}">
      <dsp:nvSpPr>
        <dsp:cNvPr id="0" name=""/>
        <dsp:cNvSpPr/>
      </dsp:nvSpPr>
      <dsp:spPr>
        <a:xfrm>
          <a:off x="0" y="4090640"/>
          <a:ext cx="6666833" cy="78624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ReportLab → PDF generation</a:t>
          </a:r>
          <a:endParaRPr lang="en-US" sz="3200" kern="1200"/>
        </a:p>
      </dsp:txBody>
      <dsp:txXfrm>
        <a:off x="38381" y="4129021"/>
        <a:ext cx="6590071" cy="7094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8A0F49-6F09-4509-8EF1-E4CCE64EF340}">
      <dsp:nvSpPr>
        <dsp:cNvPr id="0" name=""/>
        <dsp:cNvSpPr/>
      </dsp:nvSpPr>
      <dsp:spPr>
        <a:xfrm>
          <a:off x="2169914" y="224380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D6D771-ED5A-4164-95E3-34EC9A34C06A}">
      <dsp:nvSpPr>
        <dsp:cNvPr id="0" name=""/>
        <dsp:cNvSpPr/>
      </dsp:nvSpPr>
      <dsp:spPr>
        <a:xfrm>
          <a:off x="765914" y="189737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b="1" kern="1200" dirty="0"/>
            <a:t>Challenges</a:t>
          </a:r>
          <a:endParaRPr lang="en-US" sz="3600" kern="1200" dirty="0"/>
        </a:p>
      </dsp:txBody>
      <dsp:txXfrm>
        <a:off x="765914" y="1897374"/>
        <a:ext cx="4320000" cy="648000"/>
      </dsp:txXfrm>
    </dsp:sp>
    <dsp:sp modelId="{07280F6A-10C8-4FEA-88C6-7E4D0FE8CDF4}">
      <dsp:nvSpPr>
        <dsp:cNvPr id="0" name=""/>
        <dsp:cNvSpPr/>
      </dsp:nvSpPr>
      <dsp:spPr>
        <a:xfrm>
          <a:off x="765914" y="2620255"/>
          <a:ext cx="4320000" cy="13481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UI customization in Streamlit 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Layout handling 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Email authentication 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Model routing logic </a:t>
          </a:r>
          <a:endParaRPr lang="en-US" sz="1700" kern="1200"/>
        </a:p>
      </dsp:txBody>
      <dsp:txXfrm>
        <a:off x="765914" y="2620255"/>
        <a:ext cx="4320000" cy="1348169"/>
      </dsp:txXfrm>
    </dsp:sp>
    <dsp:sp modelId="{787FF9F3-84A1-4FC6-BFF9-0238B038ADC4}">
      <dsp:nvSpPr>
        <dsp:cNvPr id="0" name=""/>
        <dsp:cNvSpPr/>
      </dsp:nvSpPr>
      <dsp:spPr>
        <a:xfrm>
          <a:off x="7245914" y="224380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C3DB15-9697-4C4F-8815-E36464A32837}">
      <dsp:nvSpPr>
        <dsp:cNvPr id="0" name=""/>
        <dsp:cNvSpPr/>
      </dsp:nvSpPr>
      <dsp:spPr>
        <a:xfrm>
          <a:off x="5841914" y="189737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b="1" kern="1200" dirty="0"/>
            <a:t>Solutions</a:t>
          </a:r>
          <a:endParaRPr lang="en-US" sz="3600" kern="1200" dirty="0"/>
        </a:p>
      </dsp:txBody>
      <dsp:txXfrm>
        <a:off x="5841914" y="1897374"/>
        <a:ext cx="4320000" cy="648000"/>
      </dsp:txXfrm>
    </dsp:sp>
    <dsp:sp modelId="{0A4A0796-8E2B-493D-B7E5-8E7BAD2D3A4C}">
      <dsp:nvSpPr>
        <dsp:cNvPr id="0" name=""/>
        <dsp:cNvSpPr/>
      </dsp:nvSpPr>
      <dsp:spPr>
        <a:xfrm>
          <a:off x="5841914" y="2620255"/>
          <a:ext cx="4320000" cy="13481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CSS customization 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Error handling 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Gmail App Password setup</a:t>
          </a:r>
          <a:endParaRPr lang="en-US" sz="1700" kern="1200"/>
        </a:p>
      </dsp:txBody>
      <dsp:txXfrm>
        <a:off x="5841914" y="2620255"/>
        <a:ext cx="4320000" cy="134816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51DD98-A954-4475-A860-41FE51E0E691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5B1A53-6985-4FEE-B670-E49106C89F4F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Importance of modular architecture </a:t>
          </a:r>
        </a:p>
      </dsp:txBody>
      <dsp:txXfrm>
        <a:off x="299702" y="1282093"/>
        <a:ext cx="2200851" cy="1366505"/>
      </dsp:txXfrm>
    </dsp:sp>
    <dsp:sp modelId="{CD2AC4F4-0839-4D8B-9A20-2B097070DA4D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28257F-DC76-483F-8888-C4524A4E9F33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Multi-model comparison improves analysis </a:t>
          </a:r>
        </a:p>
      </dsp:txBody>
      <dsp:txXfrm>
        <a:off x="3093555" y="1282093"/>
        <a:ext cx="2200851" cy="1366505"/>
      </dsp:txXfrm>
    </dsp:sp>
    <dsp:sp modelId="{451F2E31-9F5D-4A4E-8709-D1042303A9C0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4FFA94-E455-4893-A9D1-F8ABD1B9A97D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UI design affects usability </a:t>
          </a:r>
        </a:p>
      </dsp:txBody>
      <dsp:txXfrm>
        <a:off x="5887408" y="1282093"/>
        <a:ext cx="2200851" cy="1366505"/>
      </dsp:txXfrm>
    </dsp:sp>
    <dsp:sp modelId="{1DD8D004-3DFF-42E0-A92A-5DC45885F74F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8FE9E5-1099-406F-80F5-EEC8DC978749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Error handling is critical</a:t>
          </a:r>
        </a:p>
      </dsp:txBody>
      <dsp:txXfrm>
        <a:off x="8681261" y="1282093"/>
        <a:ext cx="2200851" cy="136650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E6FFB-3B06-4BAA-AF9C-3F6F3C719052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5547B-A88F-40FD-AAD1-12081C4BFB8B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Real ML models </a:t>
          </a:r>
        </a:p>
      </dsp:txBody>
      <dsp:txXfrm>
        <a:off x="100682" y="2427484"/>
        <a:ext cx="2370489" cy="720000"/>
      </dsp:txXfrm>
    </dsp:sp>
    <dsp:sp modelId="{53648F64-33A7-498C-B205-84D60F2FFB61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043158-5751-42E9-AE48-C5E52BCC7281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Voice input </a:t>
          </a:r>
        </a:p>
      </dsp:txBody>
      <dsp:txXfrm>
        <a:off x="2886007" y="2427484"/>
        <a:ext cx="2370489" cy="720000"/>
      </dsp:txXfrm>
    </dsp:sp>
    <dsp:sp modelId="{529E1ADF-B2A0-4EC2-9B27-93F6B1C496E8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581246-1BCD-42D1-B690-11A90CC189F3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File upload </a:t>
          </a:r>
        </a:p>
      </dsp:txBody>
      <dsp:txXfrm>
        <a:off x="5671332" y="2427484"/>
        <a:ext cx="2370489" cy="720000"/>
      </dsp:txXfrm>
    </dsp:sp>
    <dsp:sp modelId="{306901EC-8110-4CBF-8614-B9FF7AB18D29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8A35EE-8CEF-41BB-822B-6576A70D4C25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Cloud deployment</a:t>
          </a:r>
        </a:p>
      </dsp:txBody>
      <dsp:txXfrm>
        <a:off x="8456657" y="2427484"/>
        <a:ext cx="2370489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6A7D66-DF0D-4329-AB3D-830D5B8EB195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EC330A-30A7-47AF-AEDB-84CFABC7686C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Successfully developed an Agentic AI prototype </a:t>
          </a:r>
        </a:p>
      </dsp:txBody>
      <dsp:txXfrm>
        <a:off x="59990" y="2654049"/>
        <a:ext cx="3226223" cy="720000"/>
      </dsp:txXfrm>
    </dsp:sp>
    <dsp:sp modelId="{809212EA-CD72-4677-AE12-2DEC083648E6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99789A-51BF-4AD1-A91D-9407E90311BE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Combined AI logic + UI + reporting </a:t>
          </a:r>
        </a:p>
      </dsp:txBody>
      <dsp:txXfrm>
        <a:off x="3850802" y="2654049"/>
        <a:ext cx="3226223" cy="720000"/>
      </dsp:txXfrm>
    </dsp:sp>
    <dsp:sp modelId="{D2AC7D59-158D-4C08-BF52-AE74F7394C7F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33ECD5-4FCB-4FCA-8B72-E3DF5BA36EBA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Can be extended into real healthcare systems</a:t>
          </a:r>
        </a:p>
      </dsp:txBody>
      <dsp:txXfrm>
        <a:off x="7641615" y="2654049"/>
        <a:ext cx="322622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A03D7-6568-D1AF-73E4-ACAF5169CA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2F59B4-02D4-07CB-20C5-A2A1E0D00C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323C-FE80-2EF4-D589-FD990FF39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58C0-08A2-49F0-9F06-9C93C8B4D90C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91BEF-3743-6D02-17BA-58EFF98E2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D1019-390E-7A8F-E6D6-581E55CC9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2E2C5-BD03-4D27-B122-EBAD21D00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7566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B9166-D566-5283-0676-5C4FBB0F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03138-7F23-877D-1165-19D254AB1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C32A1-A823-7467-E796-B08B0DFC0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58C0-08A2-49F0-9F06-9C93C8B4D90C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28D99-E476-8671-88AD-A18BB58E0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B012B-7A85-10E5-9A91-AAAD27E18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2E2C5-BD03-4D27-B122-EBAD21D00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092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338C3-9AAD-EB0B-A486-22A6E3C23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3592C-079B-6A77-0B9E-8072AD76B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8A617-2406-2472-8604-A0A19D4C7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58C0-08A2-49F0-9F06-9C93C8B4D90C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E8A4B-2764-5C52-F544-768157F0F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D62A0-0BA2-C74B-BA71-1548A4BB1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2E2C5-BD03-4D27-B122-EBAD21D00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42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38C28-3189-B720-04D8-2759C87A0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0DE61-7F5F-40B0-F8F1-3850FAB73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ADF1C-77F1-EA2C-EE79-C4314093E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CECC8-1E52-239B-A0F9-02C148D54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58C0-08A2-49F0-9F06-9C93C8B4D90C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0F5E7-46FF-99BF-3417-DA0B07EA8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3EC7F-E2D8-F2A8-739A-F20963D1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2E2C5-BD03-4D27-B122-EBAD21D00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8413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877D0-9F43-A6F9-AB42-44CE03BED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3AEAB-9E67-146B-C08A-C0879CF54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962F4-49C7-A8A5-705D-0BB35B712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A6CF2-EAC0-0A17-4402-4F2DBEC75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784CF8-5099-D963-63F8-B3C7F1E0BA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DDD57-F6ED-FF00-60CA-83CACCA42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58C0-08A2-49F0-9F06-9C93C8B4D90C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44D271-3E0E-25D3-2C15-16DDC4D6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965176-A551-F9E5-03A9-DB34E7D70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2E2C5-BD03-4D27-B122-EBAD21D00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752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1B82E-0BC4-CAC8-8BCE-3AFD34C89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CC119-59AF-925A-BD6D-A2CD3B132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58C0-08A2-49F0-9F06-9C93C8B4D90C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4E9A31-8297-962A-0896-42CB0F81C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6884F-79D3-E44F-BA5D-0F41DA7AF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2E2C5-BD03-4D27-B122-EBAD21D00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759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BDC10-D538-95AA-F593-FD821AE11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58C0-08A2-49F0-9F06-9C93C8B4D90C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F0303E-8E01-54DE-2E4A-82C88D566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4E073-21D9-26AA-7286-20AB7250C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2E2C5-BD03-4D27-B122-EBAD21D00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182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BAC09-6AC3-42CF-7195-9BCE4B72C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BA10E-4C50-80C3-EBA3-0DBC80CBF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60AFBE-17D8-DA22-496B-B83185756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26426-DA61-7262-413C-B58983F0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58C0-08A2-49F0-9F06-9C93C8B4D90C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0D72D-E35E-B863-3462-8D6E5B16A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4FC05-3A43-4ACC-E8F7-4562BA690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2E2C5-BD03-4D27-B122-EBAD21D00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286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B3D3-60AC-A101-62A9-8F505F565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2CA680-9D01-DF52-52E7-12ACD1DD18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D3131-1515-B057-5BBB-BC2492479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12C80-A8E6-3CB8-2282-1427D9A0D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58C0-08A2-49F0-9F06-9C93C8B4D90C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F252F-6126-36E9-1D8B-36959B23B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B998E-46E6-3199-5781-26975052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2E2C5-BD03-4D27-B122-EBAD21D00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484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BE91D-D375-7BD9-F533-3C48E3459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368C8-59D0-BE4E-AEF8-1CED46C51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52B77-283E-E98A-9EFB-4E3CF4D3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58C0-08A2-49F0-9F06-9C93C8B4D90C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2D284-2E4E-DE6A-947C-B244D4916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2CD3F-32C8-0025-D259-EB1FD6A31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2E2C5-BD03-4D27-B122-EBAD21D00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820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56AF9A-9728-ED21-5860-10222814A8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0810A-D78F-E664-E706-33D132D9B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FCD24-98DB-F92A-47AD-C5CEB9EFD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58C0-08A2-49F0-9F06-9C93C8B4D90C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ECF88-03AC-C504-7BBE-C21824DF3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9B77D-9DBC-BDFD-5234-3D9FEB5E6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2E2C5-BD03-4D27-B122-EBAD21D00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7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C19427-B852-69CC-819A-EA886A529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D7EF9-C0D4-FE2B-4C3B-3D9893AAC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0F193-FD14-9992-FF49-6AFA1182DE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F158C0-08A2-49F0-9F06-9C93C8B4D90C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02B89-AD98-CEC8-D383-052C414F8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DF934-8923-E8E0-21DC-736BC2C76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22E2C5-BD03-4D27-B122-EBAD21D004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2917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4E61A1-9A84-14FA-C0FE-B3E36DA8D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4708" y="879972"/>
            <a:ext cx="8162492" cy="103582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b="1" kern="1200" dirty="0">
                <a:latin typeface="+mj-lt"/>
                <a:ea typeface="+mj-ea"/>
                <a:cs typeface="+mj-cs"/>
              </a:rPr>
              <a:t>COPD Multi-Model Analysis System using Agentic AI</a:t>
            </a:r>
            <a:endParaRPr lang="en-US" sz="40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187B4-738F-C7B3-932C-DAF03E54B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59" y="2785626"/>
            <a:ext cx="6555347" cy="34099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 dirty="0"/>
              <a:t>Muhammad Babar</a:t>
            </a:r>
          </a:p>
          <a:p>
            <a:r>
              <a:rPr lang="en-US" sz="2000" dirty="0"/>
              <a:t>Student ID: 111866322</a:t>
            </a:r>
          </a:p>
          <a:p>
            <a:r>
              <a:rPr lang="en-US" sz="2000" dirty="0"/>
              <a:t>CSCI-5240: Final Project Presentation</a:t>
            </a:r>
          </a:p>
          <a:p>
            <a:r>
              <a:rPr lang="en-US" sz="2000" b="1" dirty="0"/>
              <a:t>Instructor: Prof. Farnoush Banaei-Kashani</a:t>
            </a:r>
          </a:p>
          <a:p>
            <a:r>
              <a:rPr lang="en-US" sz="2000" b="1" dirty="0"/>
              <a:t>Teaching Assistant: Vicente Ramos</a:t>
            </a:r>
          </a:p>
          <a:p>
            <a:r>
              <a:rPr lang="en-US" sz="2000" dirty="0"/>
              <a:t>Department of Computer Science and Engineering</a:t>
            </a:r>
          </a:p>
          <a:p>
            <a:r>
              <a:rPr lang="en-US" sz="2000" dirty="0"/>
              <a:t>College of Engineering, Design and Computing</a:t>
            </a:r>
          </a:p>
          <a:p>
            <a:r>
              <a:rPr lang="en-US" sz="2000" dirty="0"/>
              <a:t>University of Colorado Denver</a:t>
            </a:r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33624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AEA72-E0E9-F69A-B2A9-606BA348B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3ABF01-AAD2-7FE1-09A2-488386FB02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774985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3534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E8FC5-4ECC-6954-E72B-CDCE8A5D4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Motivation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7AA339-91E4-F874-CF6F-9DFCC27862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102769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3963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651E34-EBE9-6914-87EA-7C9E0D01D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CFEE1-1FF5-BE22-2AFA-899EEC69B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System evaluated using:</a:t>
            </a:r>
          </a:p>
          <a:p>
            <a:pPr lvl="1"/>
            <a:r>
              <a:rPr lang="en-US" sz="2000" dirty="0"/>
              <a:t>Confidence score </a:t>
            </a:r>
          </a:p>
          <a:p>
            <a:pPr lvl="1"/>
            <a:r>
              <a:rPr lang="en-US" sz="2000" dirty="0"/>
              <a:t>Best model selection </a:t>
            </a:r>
          </a:p>
          <a:p>
            <a:pPr lvl="1"/>
            <a:r>
              <a:rPr lang="en-US" sz="2000" dirty="0"/>
              <a:t>Response generation </a:t>
            </a:r>
          </a:p>
          <a:p>
            <a:pPr lvl="1"/>
            <a:r>
              <a:rPr lang="en-US" sz="2000" dirty="0"/>
              <a:t>User-friendly visualization </a:t>
            </a:r>
          </a:p>
          <a:p>
            <a:pPr lvl="1"/>
            <a:r>
              <a:rPr lang="en-US" sz="2000" dirty="0"/>
              <a:t>Successful report generation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0986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50800-AF6C-9D14-6321-9BDA7B9CF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Proposed Agentic AI System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994B2DE9-16BB-4D9C-BEF8-0A0EFA5349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5664030"/>
              </p:ext>
            </p:extLst>
          </p:nvPr>
        </p:nvGraphicFramePr>
        <p:xfrm>
          <a:off x="1371599" y="2318197"/>
          <a:ext cx="9724031" cy="3683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27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CC6294-0601-F0E7-8CD6-F951EEF21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Architecture</a:t>
            </a:r>
          </a:p>
        </p:txBody>
      </p:sp>
      <p:pic>
        <p:nvPicPr>
          <p:cNvPr id="7" name="Picture 6" descr="A diagram of a multi-model analysis system&#10;&#10;AI-generated content may be incorrect.">
            <a:extLst>
              <a:ext uri="{FF2B5EF4-FFF2-40B4-BE49-F238E27FC236}">
                <a16:creationId xmlns:a16="http://schemas.microsoft.com/office/drawing/2014/main" id="{C69D3690-3FE0-FF0B-BB4F-E4DBB95CCF5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2" t="6762" r="1284"/>
          <a:stretch>
            <a:fillRect/>
          </a:stretch>
        </p:blipFill>
        <p:spPr bwMode="auto">
          <a:xfrm>
            <a:off x="4170269" y="478712"/>
            <a:ext cx="7910186" cy="505340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57852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05A66-AB34-F235-6BF8-7BCCCBC50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Model Design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07F6BD-BDBF-B752-6C34-9DA44D19F7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455323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6845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57C5D-C6B1-FC13-FE1B-00E1F9715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Agent Logic</a:t>
            </a:r>
          </a:p>
        </p:txBody>
      </p:sp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F56528B4-883A-3649-2683-4250ADAE8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5"/>
          <a:stretch>
            <a:fillRect/>
          </a:stretch>
        </p:blipFill>
        <p:spPr bwMode="auto">
          <a:xfrm>
            <a:off x="5304537" y="46638"/>
            <a:ext cx="4785467" cy="676429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76453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64A0237-143B-C905-3936-9F3DF0CFA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Prediction Logic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D9A3E6-ABD9-3AFD-3C7D-EB8230F2A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353" y="1787654"/>
            <a:ext cx="5433024" cy="3056074"/>
          </a:xfrm>
          <a:prstGeom prst="rect">
            <a:avLst/>
          </a:prstGeom>
        </p:spPr>
      </p:pic>
      <p:pic>
        <p:nvPicPr>
          <p:cNvPr id="5" name="Picture 4" descr="A close-up of black text&#10;&#10;AI-generated content may be incorrect.">
            <a:extLst>
              <a:ext uri="{FF2B5EF4-FFF2-40B4-BE49-F238E27FC236}">
                <a16:creationId xmlns:a16="http://schemas.microsoft.com/office/drawing/2014/main" id="{2027B78B-949E-4A06-DA48-F8F715DA6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654" y="2926125"/>
            <a:ext cx="4600354" cy="79356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122BE-A7A1-7A45-DCAD-11176A045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8" y="5070346"/>
            <a:ext cx="9496427" cy="1385266"/>
          </a:xfrm>
        </p:spPr>
        <p:txBody>
          <a:bodyPr>
            <a:normAutofit/>
          </a:bodyPr>
          <a:lstStyle/>
          <a:p>
            <a:r>
              <a:rPr lang="en-US" sz="1600" dirty="0"/>
              <a:t>Score range: 0–1 </a:t>
            </a:r>
          </a:p>
          <a:p>
            <a:r>
              <a:rPr lang="en-US" sz="1600" dirty="0"/>
              <a:t>High Risk if score ≥ 0.5 </a:t>
            </a:r>
          </a:p>
          <a:p>
            <a:r>
              <a:rPr lang="en-US" sz="1600" dirty="0"/>
              <a:t>Low Risk otherwise </a:t>
            </a:r>
          </a:p>
          <a:p>
            <a:r>
              <a:rPr lang="en-US" sz="1600" dirty="0"/>
              <a:t>Best model selected using confidence score</a:t>
            </a:r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506128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C64AD6-7574-AAD4-2F1B-36D08C47D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Technology Stack</a:t>
            </a:r>
          </a:p>
        </p:txBody>
      </p:sp>
      <p:pic>
        <p:nvPicPr>
          <p:cNvPr id="6" name="Picture 5" descr="A group of colorful icons&#10;&#10;AI-generated content may be incorrect.">
            <a:extLst>
              <a:ext uri="{FF2B5EF4-FFF2-40B4-BE49-F238E27FC236}">
                <a16:creationId xmlns:a16="http://schemas.microsoft.com/office/drawing/2014/main" id="{47CF7028-91EE-9832-D3EB-F81F5FC0DA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78"/>
          <a:stretch>
            <a:fillRect/>
          </a:stretch>
        </p:blipFill>
        <p:spPr bwMode="auto">
          <a:xfrm>
            <a:off x="2324894" y="2003042"/>
            <a:ext cx="7542212" cy="46069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26711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0EE056-E994-3F31-A236-C62928671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Development Tools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41F099-373E-2A5F-8B77-5334A1C025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97473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8999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56A8D9-A60B-CF73-4F4A-8A5F705E0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 b="1" dirty="0">
                <a:solidFill>
                  <a:srgbClr val="FFFFFF"/>
                </a:solidFill>
              </a:rPr>
              <a:t>Rationale for Tool Selection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73CDCF-8802-406D-FE26-0B306542EB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0369976"/>
              </p:ext>
            </p:extLst>
          </p:nvPr>
        </p:nvGraphicFramePr>
        <p:xfrm>
          <a:off x="4938689" y="7020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9905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06DBC8-3321-4BE2-4D39-693E9E429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 &amp; Demonstration</a:t>
            </a:r>
          </a:p>
        </p:txBody>
      </p:sp>
    </p:spTree>
    <p:extLst>
      <p:ext uri="{BB962C8B-B14F-4D97-AF65-F5344CB8AC3E}">
        <p14:creationId xmlns:p14="http://schemas.microsoft.com/office/powerpoint/2010/main" val="2229234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AB67FF-AEF6-5A7C-0288-B1CF3E14F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User Interface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321DD8-A24C-0042-B6DD-B4B3F49B3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851" y="1966293"/>
            <a:ext cx="9626296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741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5E6B62-DD53-8C94-2CC3-090CE4FAE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965586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Comparison Result (Visualization)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5AD912F-09E5-7CAF-AF19-3EA32A685C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9155" y="1966293"/>
            <a:ext cx="9893688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85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44C0C7-1E78-E567-17F0-1962382B3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Report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AD167-D2D1-6014-BEAF-38013C0C0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548" y="1582992"/>
            <a:ext cx="3025303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Supports:</a:t>
            </a:r>
          </a:p>
          <a:p>
            <a:pPr lvl="1"/>
            <a:r>
              <a:rPr lang="en-US" sz="2000" dirty="0"/>
              <a:t>TXT </a:t>
            </a:r>
          </a:p>
          <a:p>
            <a:pPr lvl="1"/>
            <a:r>
              <a:rPr lang="en-US" sz="2000" dirty="0"/>
              <a:t>Word </a:t>
            </a:r>
          </a:p>
          <a:p>
            <a:pPr lvl="1"/>
            <a:r>
              <a:rPr lang="en-US" sz="2000" dirty="0"/>
              <a:t>PDF </a:t>
            </a:r>
          </a:p>
          <a:p>
            <a:pPr lvl="1"/>
            <a:r>
              <a:rPr lang="en-US" sz="2000" dirty="0"/>
              <a:t>Excel</a:t>
            </a:r>
          </a:p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53F623-E465-8BD3-BADC-42C3DAE81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695" y="1067118"/>
            <a:ext cx="7565225" cy="129770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21352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7D771C-6264-2670-5CA5-D7E76AD0B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Email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A178B-F586-08BC-DDE9-8789372BE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155" y="2466850"/>
            <a:ext cx="3025303" cy="5546047"/>
          </a:xfrm>
        </p:spPr>
        <p:txBody>
          <a:bodyPr anchor="ctr">
            <a:normAutofit/>
          </a:bodyPr>
          <a:lstStyle/>
          <a:p>
            <a:r>
              <a:rPr lang="en-GB" sz="2000" dirty="0"/>
              <a:t>User enters email </a:t>
            </a:r>
          </a:p>
          <a:p>
            <a:r>
              <a:rPr lang="en-GB" sz="2000" dirty="0"/>
              <a:t>System sends report directly </a:t>
            </a:r>
          </a:p>
          <a:p>
            <a:r>
              <a:rPr lang="en-GB" sz="2000" dirty="0"/>
              <a:t>Uses SMTP + Gmail App Password</a:t>
            </a:r>
          </a:p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1C8CAB-383C-F688-E045-F71739996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679"/>
          <a:stretch>
            <a:fillRect/>
          </a:stretch>
        </p:blipFill>
        <p:spPr>
          <a:xfrm>
            <a:off x="4504548" y="995998"/>
            <a:ext cx="6934847" cy="19495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66153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BE0F92-76D9-4789-93B6-FE86F06D6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Challenges &amp; Solutions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ACB6048D-9555-0244-9ACF-B95B8EEDC7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257490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9541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B1A20E-B112-1A1F-74B6-261D48A2C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Lessons Learned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15C376-E718-7C02-5C51-F0A50D8107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633383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4996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377994-C7D3-E5CF-9790-5C9DEC9EB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A06CC0-F298-A36D-7136-9E2E380520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347062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9126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FEC6EE-7F3D-88C8-0BDF-0992DA7B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</a:t>
            </a:r>
            <a:endParaRPr lang="en-GB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24C4E9-D82A-9CD5-71C3-BCEA1C2AE1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246722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107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E30312-322A-60B0-4926-15E197D5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  <a:b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34348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2384</TotalTime>
  <Words>370</Words>
  <Application>Microsoft Office PowerPoint</Application>
  <PresentationFormat>Widescreen</PresentationFormat>
  <Paragraphs>111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COPD Multi-Model Analysis System using Agentic AI</vt:lpstr>
      <vt:lpstr>Problem Statement</vt:lpstr>
      <vt:lpstr>Motivation</vt:lpstr>
      <vt:lpstr>Performance Metrics</vt:lpstr>
      <vt:lpstr>Proposed Agentic AI System</vt:lpstr>
      <vt:lpstr>System Architecture</vt:lpstr>
      <vt:lpstr>Model Design</vt:lpstr>
      <vt:lpstr>Agent Logic</vt:lpstr>
      <vt:lpstr>Prediction Logic</vt:lpstr>
      <vt:lpstr>Technology Stack</vt:lpstr>
      <vt:lpstr>Development Tools</vt:lpstr>
      <vt:lpstr>Rationale for Tool Selection</vt:lpstr>
      <vt:lpstr>Results &amp; Demonstration</vt:lpstr>
      <vt:lpstr>User Interface</vt:lpstr>
      <vt:lpstr>Model Comparison Result (Visualization)</vt:lpstr>
      <vt:lpstr>Report Generation</vt:lpstr>
      <vt:lpstr>Email Integration</vt:lpstr>
      <vt:lpstr>Challenges &amp; Solutions</vt:lpstr>
      <vt:lpstr>Lessons Learned</vt:lpstr>
      <vt:lpstr>Future Work</vt:lpstr>
      <vt:lpstr>Conclusion</vt:lpstr>
      <vt:lpstr>Thank You 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Babar, Muhammad</dc:creator>
  <cp:lastModifiedBy>Babar, Muhammad</cp:lastModifiedBy>
  <cp:revision>62</cp:revision>
  <dcterms:created xsi:type="dcterms:W3CDTF">2026-05-06T17:11:28Z</dcterms:created>
  <dcterms:modified xsi:type="dcterms:W3CDTF">2026-05-08T22:58:53Z</dcterms:modified>
</cp:coreProperties>
</file>